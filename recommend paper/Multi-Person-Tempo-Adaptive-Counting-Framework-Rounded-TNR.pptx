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445b0e7485e42dd" /><Relationship Type="http://schemas.openxmlformats.org/officeDocument/2006/relationships/extended-properties" Target="/docProps/app.xml" Id="Rfd28a927161b4a11" /><Relationship Type="http://schemas.openxmlformats.org/officeDocument/2006/relationships/officeDocument" Target="/ppt/presentation.xml" Id="R61788c05e69644f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646af5334a4c54"/>
  </p:sldMasterIdLst>
  <p:notesMasterIdLst>
    <p:notesMasterId xmlns:r="http://schemas.openxmlformats.org/officeDocument/2006/relationships" r:id="Re9648d95a5a4445e"/>
  </p:notesMasterIdLst>
  <p:sldIdLst>
    <p:sldId xmlns:r="http://schemas.openxmlformats.org/officeDocument/2006/relationships" id="256" r:id="R23819eb3320643c9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aed6a54a004a39" /><Relationship Type="http://schemas.openxmlformats.org/officeDocument/2006/relationships/slideMaster" Target="/ppt/slideMasters/slideMaster1.xml" Id="Rca646af5334a4c54" /><Relationship Type="http://schemas.openxmlformats.org/officeDocument/2006/relationships/notesMaster" Target="/ppt/notesMasters/notesMaster1.xml" Id="Re9648d95a5a4445e" /><Relationship Type="http://schemas.openxmlformats.org/officeDocument/2006/relationships/presProps" Target="/ppt/presProps.xml" Id="R3da7d67dddce44ae" /><Relationship Type="http://schemas.openxmlformats.org/officeDocument/2006/relationships/viewProps" Target="/ppt/viewProps.xml" Id="R1aec3fa884034a33" /><Relationship Type="http://schemas.openxmlformats.org/officeDocument/2006/relationships/tableStyles" Target="/ppt/tableStyles.xml" Id="R2d0fa67da2774bed" /><Relationship Type="http://schemas.openxmlformats.org/officeDocument/2006/relationships/slide" Target="/ppt/slides/slide1.xml" Id="R23819eb3320643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806002c7cf46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893add8c1f40b9" /><Relationship Type="http://schemas.openxmlformats.org/officeDocument/2006/relationships/notesMaster" Target="/ppt/notesMasters/notesMaster1.xml" Id="Rb90c70c296ac47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Gao et al., Count What Repeats: Period-Adaptive Multi-Scale Consistency for Self-Supervised Repetitive Action Counting, CVPR 2026. User-supplied PDF; Figure 2, Equation 1, and Algorithm 1 informed the retained PAMS backbone and the distinction between training and inference.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User-supplied reference images 40d278137091f19c87d22cfffb3e714d.png and 803bf765-1d1b-46d2-b227-cb2d68661738.png informed the academic flow-diagram style.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Datawhale Happy Figure quick reference: https://github.com/datawhalechina/happy-figure/blob/main/docs/appendix/quick-reference.md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Technical Diagram Engineer prompt: https://github.com/ai-boost/awesome-prompts/blob/main/prompts/technical_diagram_engineer.txt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Paper2Any: https://github.com/OpenDCAI/Paper2Any</a:t>
            </a:r>
          </a:p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The multi-person input filmstrip was generated specifically for this figure and contains no external factual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d6d7d8b4a146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27424d35114b7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3e23a2132b4ba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957bc4cf304e2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4f50b8d6c542c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9e234db12945a3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87c4f0f994cb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7920fa650c40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3db464967a4840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e9af7367e7477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75d9ec505347cf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40045D33-5CB3-445D-A859-A6CCE1F1512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11708" y="744575"/>
            <a:ext cx="8520600" cy="20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5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31DB28E-A8D0-4131-975C-2C574D5F1A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11700" y="2834125"/>
            <a:ext cx="8520600" cy="79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7CAE0B1F-87A1-4229-8E13-08947505F9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Google Shape;14;p3">
            <a:extLst xmlns:a="http://schemas.openxmlformats.org/drawingml/2006/main">
              <a:ext uri="{FF2B5EF4-FFF2-40B4-BE49-F238E27FC236}">
                <a16:creationId xmlns:a16="http://schemas.microsoft.com/office/drawing/2014/main" id="{8492745C-B18F-4AB9-B0B9-6A30CA6496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2150850"/>
            <a:ext cx="8520600" cy="84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>
            <a:endParaRPr/>
          </a:p>
        </p:txBody>
      </p:sp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6387CADE-06F8-4580-A531-072B6C01545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4">
            <a:extLst xmlns:a="http://schemas.openxmlformats.org/drawingml/2006/main">
              <a:ext uri="{FF2B5EF4-FFF2-40B4-BE49-F238E27FC236}">
                <a16:creationId xmlns:a16="http://schemas.microsoft.com/office/drawing/2014/main" id="{00B08910-64A3-42CB-84DC-D4AF0339F6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" name="Google Shape;18;p4">
            <a:extLst xmlns:a="http://schemas.openxmlformats.org/drawingml/2006/main">
              <a:ext uri="{FF2B5EF4-FFF2-40B4-BE49-F238E27FC236}">
                <a16:creationId xmlns:a16="http://schemas.microsoft.com/office/drawing/2014/main" id="{E7B0BE01-2DA6-4A10-A55E-42EF96F57A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4">
            <a:extLst xmlns:a="http://schemas.openxmlformats.org/drawingml/2006/main">
              <a:ext uri="{FF2B5EF4-FFF2-40B4-BE49-F238E27FC236}">
                <a16:creationId xmlns:a16="http://schemas.microsoft.com/office/drawing/2014/main" id="{945DF071-8F51-403C-910A-BF881A0EA4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oogle Shape;21;p5">
            <a:extLst xmlns:a="http://schemas.openxmlformats.org/drawingml/2006/main">
              <a:ext uri="{FF2B5EF4-FFF2-40B4-BE49-F238E27FC236}">
                <a16:creationId xmlns:a16="http://schemas.microsoft.com/office/drawing/2014/main" id="{64189AC5-ADD9-4125-9BB0-4369CC4F72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5">
            <a:extLst xmlns:a="http://schemas.openxmlformats.org/drawingml/2006/main">
              <a:ext uri="{FF2B5EF4-FFF2-40B4-BE49-F238E27FC236}">
                <a16:creationId xmlns:a16="http://schemas.microsoft.com/office/drawing/2014/main" id="{A6BC0589-9E60-4E81-A04C-4E0A14580A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3" name="Google Shape;23;p5">
            <a:extLst xmlns:a="http://schemas.openxmlformats.org/drawingml/2006/main">
              <a:ext uri="{FF2B5EF4-FFF2-40B4-BE49-F238E27FC236}">
                <a16:creationId xmlns:a16="http://schemas.microsoft.com/office/drawing/2014/main" id="{955BD6F8-705E-47DF-92A3-8006E619278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32400" y="1152475"/>
            <a:ext cx="3999900" cy="3416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17500">
              <a:spcBef>
                <a:spcPts val="0"/>
              </a:spcBef>
              <a:spcAft>
                <a:spcPts val="0"/>
              </a:spcAft>
              <a:buChar char="●"/>
              <a:defRPr sz="14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24" name="Google Shape;24;p5">
            <a:extLst xmlns:a="http://schemas.openxmlformats.org/drawingml/2006/main">
              <a:ext uri="{FF2B5EF4-FFF2-40B4-BE49-F238E27FC236}">
                <a16:creationId xmlns:a16="http://schemas.microsoft.com/office/drawing/2014/main" id="{B73DD0F4-4475-4A1A-90DF-001641DA76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oogle Shape;26;p6">
            <a:extLst xmlns:a="http://schemas.openxmlformats.org/drawingml/2006/main">
              <a:ext uri="{FF2B5EF4-FFF2-40B4-BE49-F238E27FC236}">
                <a16:creationId xmlns:a16="http://schemas.microsoft.com/office/drawing/2014/main" id="{7136AF8F-8F84-4681-829C-2B3EA93817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6">
            <a:extLst xmlns:a="http://schemas.openxmlformats.org/drawingml/2006/main">
              <a:ext uri="{FF2B5EF4-FFF2-40B4-BE49-F238E27FC236}">
                <a16:creationId xmlns:a16="http://schemas.microsoft.com/office/drawing/2014/main" id="{BD00D2C2-4B95-461E-8986-345FF796D2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7">
            <a:extLst xmlns:a="http://schemas.openxmlformats.org/drawingml/2006/main">
              <a:ext uri="{FF2B5EF4-FFF2-40B4-BE49-F238E27FC236}">
                <a16:creationId xmlns:a16="http://schemas.microsoft.com/office/drawing/2014/main" id="{F8D207D0-B9FD-4199-AF0F-BEA54BEFD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555600"/>
            <a:ext cx="2808000" cy="755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 xmlns:a="http://schemas.openxmlformats.org/drawingml/2006/main">
            <a:endParaRPr/>
          </a:p>
        </p:txBody>
      </p: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C76B5AC5-F8AC-4F03-9BF1-A8DE8083AC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389600"/>
            <a:ext cx="2808000" cy="3179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 sz="12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 sz="1200"/>
            </a:lvl9pPr>
          </a:lstStyle>
          <a:p xmlns:a="http://schemas.openxmlformats.org/drawingml/2006/main">
            <a:endParaRPr/>
          </a:p>
        </p:txBody>
      </p:sp>
      <p:sp>
        <p:nvSpPr>
          <p:cNvPr id="31" name="Google Shape;31;p7">
            <a:extLst xmlns:a="http://schemas.openxmlformats.org/drawingml/2006/main">
              <a:ext uri="{FF2B5EF4-FFF2-40B4-BE49-F238E27FC236}">
                <a16:creationId xmlns:a16="http://schemas.microsoft.com/office/drawing/2014/main" id="{C773923D-78DB-4AAE-A939-3A858AC065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Google Shape;33;p8">
            <a:extLst xmlns:a="http://schemas.openxmlformats.org/drawingml/2006/main">
              <a:ext uri="{FF2B5EF4-FFF2-40B4-BE49-F238E27FC236}">
                <a16:creationId xmlns:a16="http://schemas.microsoft.com/office/drawing/2014/main" id="{733DB430-A5BA-4F0A-8E54-210ED19829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90250" y="450150"/>
            <a:ext cx="6367800" cy="409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8">
            <a:extLst xmlns:a="http://schemas.openxmlformats.org/drawingml/2006/main">
              <a:ext uri="{FF2B5EF4-FFF2-40B4-BE49-F238E27FC236}">
                <a16:creationId xmlns:a16="http://schemas.microsoft.com/office/drawing/2014/main" id="{3DFD87A6-6DA9-4685-98EC-D19005023C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Google Shape;36;p9">
            <a:extLst xmlns:a="http://schemas.openxmlformats.org/drawingml/2006/main">
              <a:ext uri="{FF2B5EF4-FFF2-40B4-BE49-F238E27FC236}">
                <a16:creationId xmlns:a16="http://schemas.microsoft.com/office/drawing/2014/main" id="{1982B639-532A-4265-8E97-19DB600D6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-125"/>
            <a:ext cx="4572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>
            <a:extLst xmlns:a="http://schemas.openxmlformats.org/drawingml/2006/main">
              <a:ext uri="{FF2B5EF4-FFF2-40B4-BE49-F238E27FC236}">
                <a16:creationId xmlns:a16="http://schemas.microsoft.com/office/drawing/2014/main" id="{9F00329C-BA61-4A1D-A275-BB0388C4AD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65500" y="1233175"/>
            <a:ext cx="4045200" cy="148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4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4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4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4200"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9">
            <a:extLst xmlns:a="http://schemas.openxmlformats.org/drawingml/2006/main">
              <a:ext uri="{FF2B5EF4-FFF2-40B4-BE49-F238E27FC236}">
                <a16:creationId xmlns:a16="http://schemas.microsoft.com/office/drawing/2014/main" id="{01151EF8-CB15-4370-BB73-3D2EA51417B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65500" y="2803075"/>
            <a:ext cx="4045200" cy="123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100"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9">
            <a:extLst xmlns:a="http://schemas.openxmlformats.org/drawingml/2006/main">
              <a:ext uri="{FF2B5EF4-FFF2-40B4-BE49-F238E27FC236}">
                <a16:creationId xmlns:a16="http://schemas.microsoft.com/office/drawing/2014/main" id="{2B93CF09-C652-416B-8387-5EE11B6D6C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939500" y="724075"/>
            <a:ext cx="3837000" cy="369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3429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9">
            <a:extLst xmlns:a="http://schemas.openxmlformats.org/drawingml/2006/main">
              <a:ext uri="{FF2B5EF4-FFF2-40B4-BE49-F238E27FC236}">
                <a16:creationId xmlns:a16="http://schemas.microsoft.com/office/drawing/2014/main" id="{E745D9EB-9381-434C-84F4-4676C1CD69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Google Shape;42;p10">
            <a:extLst xmlns:a="http://schemas.openxmlformats.org/drawingml/2006/main">
              <a:ext uri="{FF2B5EF4-FFF2-40B4-BE49-F238E27FC236}">
                <a16:creationId xmlns:a16="http://schemas.microsoft.com/office/drawing/2014/main" id="{33AF7010-AE04-49A6-AC57-875CA90F37B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4230575"/>
            <a:ext cx="5998800" cy="605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marL="45720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</a:lstStyle>
          <a:p xmlns:a="http://schemas.openxmlformats.org/drawingml/2006/main">
            <a:endParaRPr/>
          </a:p>
        </p:txBody>
      </p:sp>
      <p:sp>
        <p:nvSpPr>
          <p:cNvPr id="43" name="Google Shape;43;p10">
            <a:extLst xmlns:a="http://schemas.openxmlformats.org/drawingml/2006/main">
              <a:ext uri="{FF2B5EF4-FFF2-40B4-BE49-F238E27FC236}">
                <a16:creationId xmlns:a16="http://schemas.microsoft.com/office/drawing/2014/main" id="{04882CC4-28A0-4A1D-8089-833B43BDAC2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11">
            <a:extLst xmlns:a="http://schemas.openxmlformats.org/drawingml/2006/main">
              <a:ext uri="{FF2B5EF4-FFF2-40B4-BE49-F238E27FC236}">
                <a16:creationId xmlns:a16="http://schemas.microsoft.com/office/drawing/2014/main" id="{35EF0BC4-EDDC-4BC8-B936-24CED34E349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11700" y="1106125"/>
            <a:ext cx="8520600" cy="196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1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1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1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1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1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1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1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12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46" name="Google Shape;46;p11">
            <a:extLst xmlns:a="http://schemas.openxmlformats.org/drawingml/2006/main">
              <a:ext uri="{FF2B5EF4-FFF2-40B4-BE49-F238E27FC236}">
                <a16:creationId xmlns:a16="http://schemas.microsoft.com/office/drawing/2014/main" id="{B8A89189-4916-4D55-BD2F-1B91F22BD62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3152225"/>
            <a:ext cx="8520600" cy="130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 algn="ctr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17500" algn="ctr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17500" algn="ctr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17500" algn="ctr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11">
            <a:extLst xmlns:a="http://schemas.openxmlformats.org/drawingml/2006/main">
              <a:ext uri="{FF2B5EF4-FFF2-40B4-BE49-F238E27FC236}">
                <a16:creationId xmlns:a16="http://schemas.microsoft.com/office/drawing/2014/main" id="{36B3D91A-F272-4899-BB10-48D9A357EEA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Google Shape;49;p12">
            <a:extLst xmlns:a="http://schemas.openxmlformats.org/drawingml/2006/main">
              <a:ext uri="{FF2B5EF4-FFF2-40B4-BE49-F238E27FC236}">
                <a16:creationId xmlns:a16="http://schemas.microsoft.com/office/drawing/2014/main" id="{C4DA53CF-F367-4579-AC15-024535C804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1a74701d304f1f" /><Relationship Type="http://schemas.openxmlformats.org/officeDocument/2006/relationships/slideLayout" Target="/ppt/slideLayouts/slideLayout1.xml" Id="R3434071b72cd42d3" /><Relationship Type="http://schemas.openxmlformats.org/officeDocument/2006/relationships/slideLayout" Target="/ppt/slideLayouts/slideLayout2.xml" Id="R35b7040cc1c84713" /><Relationship Type="http://schemas.openxmlformats.org/officeDocument/2006/relationships/slideLayout" Target="/ppt/slideLayouts/slideLayout3.xml" Id="R8fbd1e4d406d4d7d" /><Relationship Type="http://schemas.openxmlformats.org/officeDocument/2006/relationships/slideLayout" Target="/ppt/slideLayouts/slideLayout4.xml" Id="R4673ff2c761d4869" /><Relationship Type="http://schemas.openxmlformats.org/officeDocument/2006/relationships/slideLayout" Target="/ppt/slideLayouts/slideLayout5.xml" Id="R1f3516d2683347ba" /><Relationship Type="http://schemas.openxmlformats.org/officeDocument/2006/relationships/slideLayout" Target="/ppt/slideLayouts/slideLayout6.xml" Id="Recac496bd4bb4378" /><Relationship Type="http://schemas.openxmlformats.org/officeDocument/2006/relationships/slideLayout" Target="/ppt/slideLayouts/slideLayout7.xml" Id="Re35b90491c814843" /><Relationship Type="http://schemas.openxmlformats.org/officeDocument/2006/relationships/slideLayout" Target="/ppt/slideLayouts/slideLayout8.xml" Id="R3e7888a4cf3b48be" /><Relationship Type="http://schemas.openxmlformats.org/officeDocument/2006/relationships/slideLayout" Target="/ppt/slideLayouts/slideLayout9.xml" Id="R7c3826d99ded4832" /><Relationship Type="http://schemas.openxmlformats.org/officeDocument/2006/relationships/slideLayout" Target="/ppt/slideLayouts/slideLayout10.xml" Id="R487692d4aae74d77" /><Relationship Type="http://schemas.openxmlformats.org/officeDocument/2006/relationships/slideLayout" Target="/ppt/slideLayouts/slideLayout11.xml" Id="R1b734741ae084a25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9C974909-FFCA-4625-B6CA-884625CF873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11700" y="445025"/>
            <a:ext cx="85206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81A8A79C-98F1-4F5E-A2F0-0FB2333F8C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1700" y="1152475"/>
            <a:ext cx="85206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rmAutofit/>
          </a:bodyPr>
          <a:lstStyle xmlns:a="http://schemas.openxmlformats.org/drawingml/2006/main">
            <a:lvl1pPr marL="45720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 sz="1800">
                <a:solidFill>
                  <a:schemeClr val="dk2"/>
                </a:solidFill>
              </a:defRPr>
            </a:lvl1pPr>
            <a:lvl2pPr marL="914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2pPr>
            <a:lvl3pPr marL="1371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3pPr>
            <a:lvl4pPr marL="1828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4pPr>
            <a:lvl5pPr marL="22860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5pPr>
            <a:lvl6pPr marL="27432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6pPr>
            <a:lvl7pPr marL="32004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●"/>
              <a:defRPr>
                <a:solidFill>
                  <a:schemeClr val="dk2"/>
                </a:solidFill>
              </a:defRPr>
            </a:lvl7pPr>
            <a:lvl8pPr marL="36576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○"/>
              <a:defRPr>
                <a:solidFill>
                  <a:schemeClr val="dk2"/>
                </a:solidFill>
              </a:defRPr>
            </a:lvl8pPr>
            <a:lvl9pPr marL="411480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har char="■"/>
              <a:defRPr>
                <a:solidFill>
                  <a:schemeClr val="dk2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E35764D2-CC55-42AA-9FD8-6D3C81004E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472458" y="4663217"/>
            <a:ext cx="548700" cy="39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rmAutofit/>
          </a:bodyPr>
          <a:lstStyle xmlns:a="http://schemas.openxmlformats.org/drawingml/2006/main">
            <a:lvl1pPr algn="r">
              <a:buNone/>
              <a:defRPr sz="1000">
                <a:solidFill>
                  <a:schemeClr val="dk2"/>
                </a:solidFill>
              </a:defRPr>
            </a:lvl1pPr>
            <a:lvl2pPr algn="r">
              <a:buNone/>
              <a:defRPr sz="1000">
                <a:solidFill>
                  <a:schemeClr val="dk2"/>
                </a:solidFill>
              </a:defRPr>
            </a:lvl2pPr>
            <a:lvl3pPr algn="r">
              <a:buNone/>
              <a:defRPr sz="1000">
                <a:solidFill>
                  <a:schemeClr val="dk2"/>
                </a:solidFill>
              </a:defRPr>
            </a:lvl3pPr>
            <a:lvl4pPr algn="r">
              <a:buNone/>
              <a:defRPr sz="1000">
                <a:solidFill>
                  <a:schemeClr val="dk2"/>
                </a:solidFill>
              </a:defRPr>
            </a:lvl4pPr>
            <a:lvl5pPr algn="r">
              <a:buNone/>
              <a:defRPr sz="1000">
                <a:solidFill>
                  <a:schemeClr val="dk2"/>
                </a:solidFill>
              </a:defRPr>
            </a:lvl5pPr>
            <a:lvl6pPr algn="r">
              <a:buNone/>
              <a:defRPr sz="1000">
                <a:solidFill>
                  <a:schemeClr val="dk2"/>
                </a:solidFill>
              </a:defRPr>
            </a:lvl6pPr>
            <a:lvl7pPr algn="r">
              <a:buNone/>
              <a:defRPr sz="1000">
                <a:solidFill>
                  <a:schemeClr val="dk2"/>
                </a:solidFill>
              </a:defRPr>
            </a:lvl7pPr>
            <a:lvl8pPr algn="r">
              <a:buNone/>
              <a:defRPr sz="1000">
                <a:solidFill>
                  <a:schemeClr val="dk2"/>
                </a:solidFill>
              </a:defRPr>
            </a:lvl8pPr>
            <a:lvl9pPr algn="r">
              <a:buNone/>
              <a:defRPr sz="1000">
                <a:solidFill>
                  <a:schemeClr val="dk2"/>
                </a:solidFill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34071b72cd42d3"/>
    <p:sldLayoutId xmlns:r="http://schemas.openxmlformats.org/officeDocument/2006/relationships" id="2147483650" r:id="R35b7040cc1c84713"/>
    <p:sldLayoutId xmlns:r="http://schemas.openxmlformats.org/officeDocument/2006/relationships" id="2147483651" r:id="R8fbd1e4d406d4d7d"/>
    <p:sldLayoutId xmlns:r="http://schemas.openxmlformats.org/officeDocument/2006/relationships" id="2147483652" r:id="R4673ff2c761d4869"/>
    <p:sldLayoutId xmlns:r="http://schemas.openxmlformats.org/officeDocument/2006/relationships" id="2147483653" r:id="R1f3516d2683347ba"/>
    <p:sldLayoutId xmlns:r="http://schemas.openxmlformats.org/officeDocument/2006/relationships" id="2147483654" r:id="Recac496bd4bb4378"/>
    <p:sldLayoutId xmlns:r="http://schemas.openxmlformats.org/officeDocument/2006/relationships" id="2147483655" r:id="Re35b90491c814843"/>
    <p:sldLayoutId xmlns:r="http://schemas.openxmlformats.org/officeDocument/2006/relationships" id="2147483656" r:id="R3e7888a4cf3b48be"/>
    <p:sldLayoutId xmlns:r="http://schemas.openxmlformats.org/officeDocument/2006/relationships" id="2147483657" r:id="R7c3826d99ded4832"/>
    <p:sldLayoutId xmlns:r="http://schemas.openxmlformats.org/officeDocument/2006/relationships" id="2147483658" r:id="R487692d4aae74d77"/>
    <p:sldLayoutId xmlns:r="http://schemas.openxmlformats.org/officeDocument/2006/relationships" id="2147483659" r:id="R1b734741ae084a25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50721a61a496f" /><Relationship Type="http://schemas.openxmlformats.org/officeDocument/2006/relationships/image" Target="/ppt/media/image.png" Id="R2e35e8ff438d49c2" /><Relationship Type="http://schemas.openxmlformats.org/officeDocument/2006/relationships/notesSlide" Target="/ppt/notesSlides/notesSlide1.xml" Id="Rf5f9638643be4b7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3">
            <a:extLst xmlns:a="http://schemas.openxmlformats.org/drawingml/2006/main">
              <a:ext uri="{FF2B5EF4-FFF2-40B4-BE49-F238E27FC236}">
                <a16:creationId xmlns:a16="http://schemas.microsoft.com/office/drawing/2014/main" id="{D40430E2-40E3-4829-9ABC-722290050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95300"/>
            <a:ext cx="2190750" cy="1657350"/>
          </a:xfrm>
          <a:prstGeom xmlns:a="http://schemas.openxmlformats.org/drawingml/2006/main" prst="roundRect">
            <a:avLst>
              <a:gd name="adj" fmla="val 5747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6DA6D9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>
            <a:extLst xmlns:a="http://schemas.openxmlformats.org/drawingml/2006/main">
              <a:ext uri="{FF2B5EF4-FFF2-40B4-BE49-F238E27FC236}">
                <a16:creationId xmlns:a16="http://schemas.microsoft.com/office/drawing/2014/main" id="{29FE0C41-1FFC-47A8-9C78-3AAD02885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81250"/>
            <a:ext cx="8496300" cy="1866900"/>
          </a:xfrm>
          <a:prstGeom xmlns:a="http://schemas.openxmlformats.org/drawingml/2006/main" prst="roundRect">
            <a:avLst>
              <a:gd name="adj" fmla="val 5102"/>
            </a:avLst>
          </a:prstGeom>
          <a:noFill xmlns:a="http://schemas.openxmlformats.org/drawingml/2006/main"/>
          <a:ln xmlns:a="http://schemas.openxmlformats.org/drawingml/2006/main" w="13335">
            <a:solidFill>
              <a:srgbClr val="A574C1"/>
            </a:solidFill>
            <a:prstDash val="dash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>
            <a:extLst xmlns:a="http://schemas.openxmlformats.org/drawingml/2006/main">
              <a:ext uri="{FF2B5EF4-FFF2-40B4-BE49-F238E27FC236}">
                <a16:creationId xmlns:a16="http://schemas.microsoft.com/office/drawing/2014/main" id="{F283F86E-C80D-4478-94EF-B10967C2C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5300"/>
            <a:ext cx="2247900" cy="1657350"/>
          </a:xfrm>
          <a:prstGeom xmlns:a="http://schemas.openxmlformats.org/drawingml/2006/main" prst="roundRect">
            <a:avLst>
              <a:gd name="adj" fmla="val 5747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E0838A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>
            <a:extLst xmlns:a="http://schemas.openxmlformats.org/drawingml/2006/main">
              <a:ext uri="{FF2B5EF4-FFF2-40B4-BE49-F238E27FC236}">
                <a16:creationId xmlns:a16="http://schemas.microsoft.com/office/drawing/2014/main" id="{36B0442C-AEE0-451C-8A63-8AAC3AC2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5300"/>
            <a:ext cx="1390650" cy="1657350"/>
          </a:xfrm>
          <a:prstGeom xmlns:a="http://schemas.openxmlformats.org/drawingml/2006/main" prst="roundRect">
            <a:avLst>
              <a:gd name="adj" fmla="val 6849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79AFC0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>
            <a:extLst xmlns:a="http://schemas.openxmlformats.org/drawingml/2006/main">
              <a:ext uri="{FF2B5EF4-FFF2-40B4-BE49-F238E27FC236}">
                <a16:creationId xmlns:a16="http://schemas.microsoft.com/office/drawing/2014/main" id="{F12D7011-9C8A-44D6-B604-04E697450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95300"/>
            <a:ext cx="1866900" cy="1657350"/>
          </a:xfrm>
          <a:prstGeom xmlns:a="http://schemas.openxmlformats.org/drawingml/2006/main" prst="roundRect">
            <a:avLst>
              <a:gd name="adj" fmla="val 5747"/>
            </a:avLst>
          </a:prstGeom>
          <a:noFill xmlns:a="http://schemas.openxmlformats.org/drawingml/2006/main"/>
          <a:ln xmlns:a="http://schemas.openxmlformats.org/drawingml/2006/main" w="12859">
            <a:solidFill>
              <a:srgbClr val="8A88D7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>
            <a:extLst xmlns:a="http://schemas.openxmlformats.org/drawingml/2006/main">
              <a:ext uri="{FF2B5EF4-FFF2-40B4-BE49-F238E27FC236}">
                <a16:creationId xmlns:a16="http://schemas.microsoft.com/office/drawing/2014/main" id="{40306448-FDCA-4A4D-891D-220FD47F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525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1D2B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1">
                <a:latin typeface="Times New Roman"/>
                <a:ea typeface="Times New Roman"/>
                <a:cs typeface="Times New Roman"/>
              </a:rPr>
              <a:t>Multi-Person Tempo-Adaptive Counting</a:t>
            </a:r>
          </a:p>
        </p:txBody>
      </p:sp>
      <p:sp>
        <p:nvSpPr>
          <p:cNvPr id="60" name="Google Shape;60;p13">
            <a:extLst xmlns:a="http://schemas.openxmlformats.org/drawingml/2006/main">
              <a:ext uri="{FF2B5EF4-FFF2-40B4-BE49-F238E27FC236}">
                <a16:creationId xmlns:a16="http://schemas.microsoft.com/office/drawing/2014/main" id="{8EE9551A-6278-4EE3-B92E-594CCBDC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552450"/>
            <a:ext cx="19526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   </a:t>
            </a:r>
            <a:r>
              <a:rPr sz="1200" b="1">
                <a:latin typeface="Times New Roman"/>
                <a:ea typeface="Times New Roman"/>
                <a:cs typeface="Times New Roman"/>
              </a:rPr>
              <a:t>Multi-person tracking</a:t>
            </a:r>
          </a:p>
        </p:txBody>
      </p:sp>
      <p:sp>
        <p:nvSpPr>
          <p:cNvPr id="62" name="Google Shape;62;p13">
            <a:extLst xmlns:a="http://schemas.openxmlformats.org/drawingml/2006/main">
              <a:ext uri="{FF2B5EF4-FFF2-40B4-BE49-F238E27FC236}">
                <a16:creationId xmlns:a16="http://schemas.microsoft.com/office/drawing/2014/main" id="{AF3FD82C-5779-4C56-8518-DB93483A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57350"/>
            <a:ext cx="8763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CFE7FF"/>
          </a:solidFill>
          <a:ln xmlns:a="http://schemas.openxmlformats.org/drawingml/2006/main" w="11430">
            <a:solidFill>
              <a:srgbClr val="6DA6D9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Pose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Detection</a:t>
            </a:r>
          </a:p>
        </p:txBody>
      </p:sp>
      <p:sp>
        <p:nvSpPr>
          <p:cNvPr id="63" name="Google Shape;63;p13">
            <a:extLst xmlns:a="http://schemas.openxmlformats.org/drawingml/2006/main">
              <a:ext uri="{FF2B5EF4-FFF2-40B4-BE49-F238E27FC236}">
                <a16:creationId xmlns:a16="http://schemas.microsoft.com/office/drawing/2014/main" id="{446D6E92-2BBF-43AD-AD1B-D7339F7B6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657350"/>
            <a:ext cx="876300" cy="2857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9FC6FF"/>
          </a:solidFill>
          <a:ln xmlns:a="http://schemas.openxmlformats.org/drawingml/2006/main" w="11430">
            <a:solidFill>
              <a:srgbClr val="6A98DA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ID tracking</a:t>
            </a:r>
          </a:p>
        </p:txBody>
      </p:sp>
      <p:sp>
        <p:nvSpPr>
          <p:cNvPr id="66" name="Google Shape;66;p13">
            <a:extLst xmlns:a="http://schemas.openxmlformats.org/drawingml/2006/main">
              <a:ext uri="{FF2B5EF4-FFF2-40B4-BE49-F238E27FC236}">
                <a16:creationId xmlns:a16="http://schemas.microsoft.com/office/drawing/2014/main" id="{40206438-D461-416D-8A88-5DCA877A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552450"/>
            <a:ext cx="2019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  </a:t>
            </a:r>
            <a:r>
              <a:rPr sz="1200" b="1">
                <a:latin typeface="Times New Roman"/>
                <a:ea typeface="Times New Roman"/>
                <a:cs typeface="Times New Roman"/>
              </a:rPr>
              <a:t>Person-specific models</a:t>
            </a:r>
          </a:p>
        </p:txBody>
      </p:sp>
      <p:sp>
        <p:nvSpPr>
          <p:cNvPr id="67" name="Google Shape;67;p13">
            <a:extLst xmlns:a="http://schemas.openxmlformats.org/drawingml/2006/main">
              <a:ext uri="{FF2B5EF4-FFF2-40B4-BE49-F238E27FC236}">
                <a16:creationId xmlns:a16="http://schemas.microsoft.com/office/drawing/2014/main" id="{7508CF9F-92E2-4E31-B691-2314EE78D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800100"/>
            <a:ext cx="201930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5ECFF"/>
          </a:solidFill>
          <a:ln xmlns:a="http://schemas.openxmlformats.org/drawingml/2006/main" w="11430">
            <a:solidFill>
              <a:srgbClr val="6DA6D9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7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latin typeface="Times New Roman"/>
                <a:ea typeface="Times New Roman"/>
                <a:cs typeface="Times New Roman"/>
              </a:rPr>
              <a:t>Track 1  →  Model M₁</a:t>
            </a:r>
          </a:p>
        </p:txBody>
      </p:sp>
      <p:sp>
        <p:nvSpPr>
          <p:cNvPr id="68" name="Google Shape;68;p13">
            <a:extLst xmlns:a="http://schemas.openxmlformats.org/drawingml/2006/main">
              <a:ext uri="{FF2B5EF4-FFF2-40B4-BE49-F238E27FC236}">
                <a16:creationId xmlns:a16="http://schemas.microsoft.com/office/drawing/2014/main" id="{9012F788-BF71-4853-AB37-8C13A363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19200"/>
            <a:ext cx="201930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F5D9"/>
          </a:solidFill>
          <a:ln xmlns:a="http://schemas.openxmlformats.org/drawingml/2006/main" w="11430">
            <a:solidFill>
              <a:srgbClr val="79B98B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7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Track 2  →  Model M₂</a:t>
            </a:r>
          </a:p>
        </p:txBody>
      </p:sp>
      <p:sp>
        <p:nvSpPr>
          <p:cNvPr id="70" name="Google Shape;70;p13">
            <a:extLst xmlns:a="http://schemas.openxmlformats.org/drawingml/2006/main">
              <a:ext uri="{FF2B5EF4-FFF2-40B4-BE49-F238E27FC236}">
                <a16:creationId xmlns:a16="http://schemas.microsoft.com/office/drawing/2014/main" id="{BE8D5931-8E67-43E3-B13C-C72D71C3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638300"/>
            <a:ext cx="201930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D6D8"/>
          </a:solidFill>
          <a:ln xmlns:a="http://schemas.openxmlformats.org/drawingml/2006/main" w="11430">
            <a:solidFill>
              <a:srgbClr val="E0838A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7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Track N  →  Model Mₙ</a:t>
            </a:r>
          </a:p>
        </p:txBody>
      </p:sp>
      <p:sp>
        <p:nvSpPr>
          <p:cNvPr id="73" name="Google Shape;73;p13">
            <a:extLst xmlns:a="http://schemas.openxmlformats.org/drawingml/2006/main">
              <a:ext uri="{FF2B5EF4-FFF2-40B4-BE49-F238E27FC236}">
                <a16:creationId xmlns:a16="http://schemas.microsoft.com/office/drawing/2014/main" id="{4A421559-694F-496A-B096-9E32A998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76550"/>
            <a:ext cx="7429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DDEBFA"/>
          </a:solidFill>
          <a:ln xmlns:a="http://schemas.openxmlformats.org/drawingml/2006/main" w="11430">
            <a:solidFill>
              <a:srgbClr val="80ADD4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Period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Stream</a:t>
            </a:r>
          </a:p>
        </p:txBody>
      </p:sp>
      <p:sp>
        <p:nvSpPr>
          <p:cNvPr id="83" name="Google Shape;83;p13">
            <a:extLst xmlns:a="http://schemas.openxmlformats.org/drawingml/2006/main">
              <a:ext uri="{FF2B5EF4-FFF2-40B4-BE49-F238E27FC236}">
                <a16:creationId xmlns:a16="http://schemas.microsoft.com/office/drawing/2014/main" id="{C71AE931-3DD0-4D5B-9C30-5B5F32F75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55245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  Counts</a:t>
            </a:r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5F5B3648-42BA-49E6-9DFA-E0C498757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00450"/>
            <a:ext cx="3009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Tempo Assignment  (t →)</a:t>
            </a:r>
          </a:p>
        </p:txBody>
      </p:sp>
      <p:sp>
        <p:nvSpPr>
          <p:cNvPr id="95" name="Google Shape;95;p13">
            <a:extLst xmlns:a="http://schemas.openxmlformats.org/drawingml/2006/main">
              <a:ext uri="{FF2B5EF4-FFF2-40B4-BE49-F238E27FC236}">
                <a16:creationId xmlns:a16="http://schemas.microsoft.com/office/drawing/2014/main" id="{F5B1046B-5677-4B52-ABFA-8F60A992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76550"/>
            <a:ext cx="8763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AF1F7"/>
          </a:solidFill>
          <a:ln xmlns:a="http://schemas.openxmlformats.org/drawingml/2006/main" w="11430">
            <a:solidFill>
              <a:srgbClr val="8EB3CE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Tempo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Estimation</a:t>
            </a:r>
          </a:p>
        </p:txBody>
      </p:sp>
      <p:sp>
        <p:nvSpPr>
          <p:cNvPr id="96" name="Google Shape;96;p13">
            <a:extLst xmlns:a="http://schemas.openxmlformats.org/drawingml/2006/main">
              <a:ext uri="{FF2B5EF4-FFF2-40B4-BE49-F238E27FC236}">
                <a16:creationId xmlns:a16="http://schemas.microsoft.com/office/drawing/2014/main" id="{21051AC3-9CF0-4D63-BDB4-956247BC6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76550"/>
            <a:ext cx="9525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7D895"/>
          </a:solidFill>
          <a:ln xmlns:a="http://schemas.openxmlformats.org/drawingml/2006/main" w="11430">
            <a:solidFill>
              <a:srgbClr val="D8A841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Tempo Router</a:t>
            </a:r>
          </a:p>
        </p:txBody>
      </p:sp>
      <p:sp>
        <p:nvSpPr>
          <p:cNvPr id="97" name="Google Shape;97;p13">
            <a:extLst xmlns:a="http://schemas.openxmlformats.org/drawingml/2006/main">
              <a:ext uri="{FF2B5EF4-FFF2-40B4-BE49-F238E27FC236}">
                <a16:creationId xmlns:a16="http://schemas.microsoft.com/office/drawing/2014/main" id="{9BBE405C-1767-482D-914A-64A9BC46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952750"/>
            <a:ext cx="61912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D9E7FB"/>
          </a:solidFill>
          <a:ln xmlns:a="http://schemas.openxmlformats.org/drawingml/2006/main" w="11430">
            <a:solidFill>
              <a:srgbClr val="6B8EBE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Fast</a:t>
            </a:r>
          </a:p>
        </p:txBody>
      </p:sp>
      <p:sp>
        <p:nvSpPr>
          <p:cNvPr id="98" name="Google Shape;98;p13">
            <a:extLst xmlns:a="http://schemas.openxmlformats.org/drawingml/2006/main">
              <a:ext uri="{FF2B5EF4-FFF2-40B4-BE49-F238E27FC236}">
                <a16:creationId xmlns:a16="http://schemas.microsoft.com/office/drawing/2014/main" id="{2D59840A-BE66-4734-B726-45982A37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52750"/>
            <a:ext cx="61912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FFE6CC"/>
          </a:solidFill>
          <a:ln xmlns:a="http://schemas.openxmlformats.org/drawingml/2006/main" w="11430">
            <a:solidFill>
              <a:srgbClr val="D69A00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Medium</a:t>
            </a:r>
          </a:p>
        </p:txBody>
      </p:sp>
      <p:sp>
        <p:nvSpPr>
          <p:cNvPr id="99" name="Google Shape;99;p13">
            <a:extLst xmlns:a="http://schemas.openxmlformats.org/drawingml/2006/main">
              <a:ext uri="{FF2B5EF4-FFF2-40B4-BE49-F238E27FC236}">
                <a16:creationId xmlns:a16="http://schemas.microsoft.com/office/drawing/2014/main" id="{216F9119-43C5-442D-A212-8584E2C6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952750"/>
            <a:ext cx="619125" cy="438150"/>
          </a:xfrm>
          <a:prstGeom xmlns:a="http://schemas.openxmlformats.org/drawingml/2006/main" prst="roundRect">
            <a:avLst>
              <a:gd name="adj" fmla="val 15217"/>
            </a:avLst>
          </a:prstGeom>
          <a:solidFill xmlns:a="http://schemas.openxmlformats.org/drawingml/2006/main">
            <a:srgbClr val="E1D5E7"/>
          </a:solidFill>
          <a:ln xmlns:a="http://schemas.openxmlformats.org/drawingml/2006/main" w="11430">
            <a:solidFill>
              <a:srgbClr val="9573A6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Slow</a:t>
            </a:r>
          </a:p>
        </p:txBody>
      </p:sp>
      <p:sp>
        <p:nvSpPr>
          <p:cNvPr id="107" name="Google Shape;107;p13">
            <a:extLst xmlns:a="http://schemas.openxmlformats.org/drawingml/2006/main">
              <a:ext uri="{FF2B5EF4-FFF2-40B4-BE49-F238E27FC236}">
                <a16:creationId xmlns:a16="http://schemas.microsoft.com/office/drawing/2014/main" id="{C6C2C4F2-C887-4BFC-9649-0A485D004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800100"/>
            <a:ext cx="116205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5ECFF"/>
          </a:solidFill>
          <a:ln xmlns:a="http://schemas.openxmlformats.org/drawingml/2006/main" w="11430">
            <a:solidFill>
              <a:srgbClr val="6DA6D9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ĉ₁</a:t>
            </a:r>
          </a:p>
        </p:txBody>
      </p:sp>
      <p:sp>
        <p:nvSpPr>
          <p:cNvPr id="108" name="Google Shape;108;p13">
            <a:extLst xmlns:a="http://schemas.openxmlformats.org/drawingml/2006/main">
              <a:ext uri="{FF2B5EF4-FFF2-40B4-BE49-F238E27FC236}">
                <a16:creationId xmlns:a16="http://schemas.microsoft.com/office/drawing/2014/main" id="{7FC50051-B0C9-45A8-BE8F-E1032D87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219200"/>
            <a:ext cx="116205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F5D9"/>
          </a:solidFill>
          <a:ln xmlns:a="http://schemas.openxmlformats.org/drawingml/2006/main" w="11430">
            <a:solidFill>
              <a:srgbClr val="79B98B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latin typeface="Times New Roman"/>
                <a:ea typeface="Times New Roman"/>
                <a:cs typeface="Times New Roman"/>
              </a:rPr>
              <a:t>ĉ₂</a:t>
            </a:r>
          </a:p>
        </p:txBody>
      </p:sp>
      <p:sp>
        <p:nvSpPr>
          <p:cNvPr id="109" name="Google Shape;109;p13">
            <a:extLst xmlns:a="http://schemas.openxmlformats.org/drawingml/2006/main">
              <a:ext uri="{FF2B5EF4-FFF2-40B4-BE49-F238E27FC236}">
                <a16:creationId xmlns:a16="http://schemas.microsoft.com/office/drawing/2014/main" id="{83637203-204A-4673-9626-8BBCB7B9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638300"/>
            <a:ext cx="1162050" cy="333375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D6D8"/>
          </a:solidFill>
          <a:ln xmlns:a="http://schemas.openxmlformats.org/drawingml/2006/main" w="11430">
            <a:solidFill>
              <a:srgbClr val="E0838A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75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75" b="1">
                <a:latin typeface="Times New Roman"/>
                <a:ea typeface="Times New Roman"/>
                <a:cs typeface="Times New Roman"/>
              </a:rPr>
              <a:t>ĉₙ</a:t>
            </a:r>
          </a:p>
        </p:txBody>
      </p:sp>
      <p:sp>
        <p:nvSpPr>
          <p:cNvPr id="113" name="Google Shape;113;p13">
            <a:extLst xmlns:a="http://schemas.openxmlformats.org/drawingml/2006/main">
              <a:ext uri="{FF2B5EF4-FFF2-40B4-BE49-F238E27FC236}">
                <a16:creationId xmlns:a16="http://schemas.microsoft.com/office/drawing/2014/main" id="{9AE436F3-557E-4638-95E0-BCC161F49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76550"/>
            <a:ext cx="8763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E5D7F3"/>
          </a:solidFill>
          <a:ln xmlns:a="http://schemas.openxmlformats.org/drawingml/2006/main" w="11430">
            <a:solidFill>
              <a:srgbClr val="A77CC6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38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Gated Fusion</a:t>
            </a:r>
          </a:p>
        </p:txBody>
      </p:sp>
      <p:sp>
        <p:nvSpPr>
          <p:cNvPr id="114" name="Google Shape;114;p13">
            <a:extLst xmlns:a="http://schemas.openxmlformats.org/drawingml/2006/main">
              <a:ext uri="{FF2B5EF4-FFF2-40B4-BE49-F238E27FC236}">
                <a16:creationId xmlns:a16="http://schemas.microsoft.com/office/drawing/2014/main" id="{3D9C57E4-B65B-4C53-AA4F-34660D4C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876550"/>
            <a:ext cx="8763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FE6C7"/>
          </a:solidFill>
          <a:ln xmlns:a="http://schemas.openxmlformats.org/drawingml/2006/main" w="11430">
            <a:solidFill>
              <a:srgbClr val="E4AE69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Boundary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Stitching</a:t>
            </a:r>
          </a:p>
        </p:txBody>
      </p:sp>
      <p:sp>
        <p:nvSpPr>
          <p:cNvPr id="115" name="Google Shape;115;p13">
            <a:extLst xmlns:a="http://schemas.openxmlformats.org/drawingml/2006/main">
              <a:ext uri="{FF2B5EF4-FFF2-40B4-BE49-F238E27FC236}">
                <a16:creationId xmlns:a16="http://schemas.microsoft.com/office/drawing/2014/main" id="{B483DDBB-9A79-4DEA-B4B1-211326BD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876550"/>
            <a:ext cx="59055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D4F2D7"/>
          </a:solidFill>
          <a:ln xmlns:a="http://schemas.openxmlformats.org/drawingml/2006/main" w="11430">
            <a:solidFill>
              <a:srgbClr val="79C68A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ĉᵢ</a:t>
            </a:r>
          </a:p>
        </p:txBody>
      </p:sp>
      <p:sp>
        <p:nvSpPr>
          <p:cNvPr id="119" name="Google Shape;119;p13">
            <a:extLst xmlns:a="http://schemas.openxmlformats.org/drawingml/2006/main">
              <a:ext uri="{FF2B5EF4-FFF2-40B4-BE49-F238E27FC236}">
                <a16:creationId xmlns:a16="http://schemas.microsoft.com/office/drawing/2014/main" id="{0936798D-B6B3-4A30-8F3C-4E2A8F000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104900"/>
            <a:ext cx="1600200" cy="4953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96A4F5"/>
          </a:solidFill>
          <a:ln xmlns:a="http://schemas.openxmlformats.org/drawingml/2006/main" w="11430">
            <a:solidFill>
              <a:srgbClr val="7382DD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05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latin typeface="Times New Roman"/>
                <a:ea typeface="Times New Roman"/>
                <a:cs typeface="Times New Roman"/>
              </a:rPr>
              <a:t>𝐜 = [ĉ₁, ĉ₂, …, ĉₙ]</a:t>
            </a:r>
          </a:p>
        </p:txBody>
      </p:sp>
      <p:sp>
        <p:nvSpPr>
          <p:cNvPr id="120" name="Google Shape;120;p13">
            <a:extLst xmlns:a="http://schemas.openxmlformats.org/drawingml/2006/main">
              <a:ext uri="{FF2B5EF4-FFF2-40B4-BE49-F238E27FC236}">
                <a16:creationId xmlns:a16="http://schemas.microsoft.com/office/drawing/2014/main" id="{E16B0334-CB42-4CA4-80B5-A2E5ACCAC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724025"/>
            <a:ext cx="1600200" cy="32385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4F79DE"/>
          </a:solidFill>
          <a:ln xmlns:a="http://schemas.openxmlformats.org/drawingml/2006/main" w="11430">
            <a:solidFill>
              <a:srgbClr val="3C63C7"/>
            </a:solidFill>
            <a:prstDash val="solid"/>
          </a:ln>
        </p:spPr>
        <p:txBody>
          <a:bodyPr xmlns:a="http://schemas.openxmlformats.org/drawingml/2006/main" spcFirstLastPara="1" wrap="square" lIns="57150" tIns="38100" rIns="57150" bIns="381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  <a:defRPr sz="1013" b="1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13" b="1">
                <a:latin typeface="Times New Roman"/>
                <a:ea typeface="Times New Roman"/>
                <a:cs typeface="Times New Roman"/>
              </a:rPr>
              <a:t>Total   Ĉ = ∑ᵢ ĉᵢ</a:t>
            </a:r>
          </a:p>
        </p:txBody>
      </p:sp>
      <p:sp>
        <p:nvSpPr>
          <p:cNvPr id="121" name="aggregation-stage-title">
            <a:extLst xmlns:a="http://schemas.openxmlformats.org/drawingml/2006/main">
              <a:ext uri="{FF2B5EF4-FFF2-40B4-BE49-F238E27FC236}">
                <a16:creationId xmlns:a16="http://schemas.microsoft.com/office/drawing/2014/main" id="{083B3A36-783A-4C0F-82B9-99B0F1A8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52450"/>
            <a:ext cx="1657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 </a:t>
            </a:r>
            <a:r>
              <a: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  Aggregation</a:t>
            </a:r>
          </a:p>
        </p:txBody>
      </p:sp>
      <p:sp>
        <p:nvSpPr>
          <p:cNvPr id="122" name="multi-person-video-frame">
            <a:extLst xmlns:a="http://schemas.openxmlformats.org/drawingml/2006/main">
              <a:ext uri="{FF2B5EF4-FFF2-40B4-BE49-F238E27FC236}">
                <a16:creationId xmlns:a16="http://schemas.microsoft.com/office/drawing/2014/main" id="{9FA2F3C8-4612-4BC8-B67B-913CE680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800100"/>
            <a:ext cx="2000250" cy="66675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92B7D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06" name="Picture 20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35e8ff438d49c2"/>
          <a:stretch xmlns:a="http://schemas.openxmlformats.org/drawingml/2006/main"/>
        </p:blipFill>
        <p:spPr>
          <a:xfrm xmlns:a="http://schemas.openxmlformats.org/drawingml/2006/main">
            <a:off x="476250" y="819150"/>
            <a:ext cx="1885950" cy="628650"/>
          </a:xfrm>
          <a:prstGeom xmlns:a="http://schemas.openxmlformats.org/drawingml/2006/main" prst="rect">
            <a:avLst/>
          </a:prstGeom>
        </p:spPr>
      </p:pic>
      <p:sp>
        <p:nvSpPr>
          <p:cNvPr id="124" name="expanded-counter-title">
            <a:extLst xmlns:a="http://schemas.openxmlformats.org/drawingml/2006/main">
              <a:ext uri="{FF2B5EF4-FFF2-40B4-BE49-F238E27FC236}">
                <a16:creationId xmlns:a16="http://schemas.microsoft.com/office/drawing/2014/main" id="{4E40BA4B-778F-4DE2-9BE5-6F50421F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28875"/>
            <a:ext cx="5476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latin typeface="Times New Roman"/>
                <a:ea typeface="Times New Roman"/>
                <a:cs typeface="Times New Roman"/>
              </a:rPr>
              <a:t>Inside each Mᵢ: Tempo-Adaptive Counter</a:t>
            </a:r>
          </a:p>
        </p:txBody>
      </p:sp>
      <p:sp>
        <p:nvSpPr>
          <p:cNvPr id="125" name="speed-expert-bank">
            <a:extLst xmlns:a="http://schemas.openxmlformats.org/drawingml/2006/main">
              <a:ext uri="{FF2B5EF4-FFF2-40B4-BE49-F238E27FC236}">
                <a16:creationId xmlns:a16="http://schemas.microsoft.com/office/drawing/2014/main" id="{B78E3F0C-E080-4624-974F-039DF24D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86050"/>
            <a:ext cx="2190750" cy="800100"/>
          </a:xfrm>
          <a:prstGeom xmlns:a="http://schemas.openxmlformats.org/drawingml/2006/main" prst="roundRect">
            <a:avLst>
              <a:gd name="adj" fmla="val 11905"/>
            </a:avLst>
          </a:prstGeom>
          <a:noFill xmlns:a="http://schemas.openxmlformats.org/drawingml/2006/main"/>
          <a:ln xmlns:a="http://schemas.openxmlformats.org/drawingml/2006/main" w="10954">
            <a:solidFill>
              <a:srgbClr val="A574C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6" name="speed-expert-bank-title">
            <a:extLst xmlns:a="http://schemas.openxmlformats.org/drawingml/2006/main">
              <a:ext uri="{FF2B5EF4-FFF2-40B4-BE49-F238E27FC236}">
                <a16:creationId xmlns:a16="http://schemas.microsoft.com/office/drawing/2014/main" id="{6B75F8EE-411F-4B7B-95F1-AE3ED48D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05100"/>
            <a:ext cx="1924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65728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>
                <a:latin typeface="Times New Roman"/>
                <a:ea typeface="Times New Roman"/>
                <a:cs typeface="Times New Roman"/>
              </a:rPr>
              <a:t>Tempo-Specialized Experts</a:t>
            </a:r>
          </a:p>
        </p:txBody>
      </p:sp>
      <p:sp>
        <p:nvSpPr>
          <p:cNvPr id="127" name="tempo-segment-fast-1">
            <a:extLst xmlns:a="http://schemas.openxmlformats.org/drawingml/2006/main">
              <a:ext uri="{FF2B5EF4-FFF2-40B4-BE49-F238E27FC236}">
                <a16:creationId xmlns:a16="http://schemas.microsoft.com/office/drawing/2014/main" id="{83245B5C-CFC2-4993-A545-5F9CA346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810000"/>
            <a:ext cx="6096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D9E7FB"/>
          </a:solidFill>
          <a:ln xmlns:a="http://schemas.openxmlformats.org/drawingml/2006/main" w="10478">
            <a:solidFill>
              <a:srgbClr val="6B8EB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Fast</a:t>
            </a:r>
          </a:p>
        </p:txBody>
      </p:sp>
      <p:sp>
        <p:nvSpPr>
          <p:cNvPr id="128" name="tempo-segment-medium">
            <a:extLst xmlns:a="http://schemas.openxmlformats.org/drawingml/2006/main">
              <a:ext uri="{FF2B5EF4-FFF2-40B4-BE49-F238E27FC236}">
                <a16:creationId xmlns:a16="http://schemas.microsoft.com/office/drawing/2014/main" id="{5AD75627-6768-42E2-8CB3-98B386D93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810000"/>
            <a:ext cx="8763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FFE6CC"/>
          </a:solidFill>
          <a:ln xmlns:a="http://schemas.openxmlformats.org/drawingml/2006/main" w="10478">
            <a:solidFill>
              <a:srgbClr val="D69A00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Medium</a:t>
            </a:r>
          </a:p>
        </p:txBody>
      </p:sp>
      <p:sp>
        <p:nvSpPr>
          <p:cNvPr id="129" name="tempo-segment-slow">
            <a:extLst xmlns:a="http://schemas.openxmlformats.org/drawingml/2006/main">
              <a:ext uri="{FF2B5EF4-FFF2-40B4-BE49-F238E27FC236}">
                <a16:creationId xmlns:a16="http://schemas.microsoft.com/office/drawing/2014/main" id="{6E9D0854-E910-4F57-80A7-7742201DF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10000"/>
            <a:ext cx="9144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E1D5E7"/>
          </a:solidFill>
          <a:ln xmlns:a="http://schemas.openxmlformats.org/drawingml/2006/main" w="10478">
            <a:solidFill>
              <a:srgbClr val="9573A6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Slow</a:t>
            </a:r>
          </a:p>
        </p:txBody>
      </p:sp>
      <p:sp>
        <p:nvSpPr>
          <p:cNvPr id="130" name="tempo-segment-fast-2">
            <a:extLst xmlns:a="http://schemas.openxmlformats.org/drawingml/2006/main">
              <a:ext uri="{FF2B5EF4-FFF2-40B4-BE49-F238E27FC236}">
                <a16:creationId xmlns:a16="http://schemas.microsoft.com/office/drawing/2014/main" id="{AC94F610-19D2-4E63-B14A-BA73F92A1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810000"/>
            <a:ext cx="609600" cy="247650"/>
          </a:xfrm>
          <a:prstGeom xmlns:a="http://schemas.openxmlformats.org/drawingml/2006/main" prst="roundRect">
            <a:avLst>
              <a:gd name="adj" fmla="val 19231"/>
            </a:avLst>
          </a:prstGeom>
          <a:solidFill xmlns:a="http://schemas.openxmlformats.org/drawingml/2006/main">
            <a:srgbClr val="D9E7FB"/>
          </a:solidFill>
          <a:ln xmlns:a="http://schemas.openxmlformats.org/drawingml/2006/main" w="10478">
            <a:solidFill>
              <a:srgbClr val="6B8EBE"/>
            </a:solidFill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63" b="1">
                <a:solidFill>
                  <a:srgbClr val="263442"/>
                </a:solidFill>
                <a:latin typeface="Times New Roman"/>
                <a:ea typeface="Times New Roman"/>
                <a:cs typeface="Times New Roman"/>
              </a:rPr>
              <a:t>Fast</a:t>
            </a:r>
          </a:p>
        </p:txBody>
      </p:sp>
      <p:sp>
        <p:nvSpPr>
          <p:cNvPr id="131" name="self-supervised-training-band">
            <a:extLst xmlns:a="http://schemas.openxmlformats.org/drawingml/2006/main">
              <a:ext uri="{FF2B5EF4-FFF2-40B4-BE49-F238E27FC236}">
                <a16:creationId xmlns:a16="http://schemas.microsoft.com/office/drawing/2014/main" id="{E6BBE549-7AC8-4D9E-A21B-C32E466A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476750"/>
            <a:ext cx="8496300" cy="581025"/>
          </a:xfrm>
          <a:prstGeom xmlns:a="http://schemas.openxmlformats.org/drawingml/2006/main" prst="roundRect">
            <a:avLst>
              <a:gd name="adj" fmla="val 11475"/>
            </a:avLst>
          </a:prstGeom>
          <a:noFill xmlns:a="http://schemas.openxmlformats.org/drawingml/2006/main"/>
          <a:ln xmlns:a="http://schemas.openxmlformats.org/drawingml/2006/main" w="11430">
            <a:solidFill>
              <a:srgbClr val="78B49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2" name="training-stage-title">
            <a:extLst xmlns:a="http://schemas.openxmlformats.org/drawingml/2006/main">
              <a:ext uri="{FF2B5EF4-FFF2-40B4-BE49-F238E27FC236}">
                <a16:creationId xmlns:a16="http://schemas.microsoft.com/office/drawing/2014/main" id="{D9FBECBF-0AE3-40BB-8F2D-560006815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291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F62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solidFill>
                  <a:srgbClr val="4F6254"/>
                </a:solidFill>
                <a:latin typeface="Times New Roman"/>
                <a:ea typeface="Times New Roman"/>
                <a:cs typeface="Times New Roman"/>
              </a:rPr>
              <a:t>Self-Supervised Training</a:t>
            </a:r>
          </a:p>
        </p:txBody>
      </p:sp>
      <p:sp>
        <p:nvSpPr>
          <p:cNvPr id="133" name="training-summary">
            <a:extLst xmlns:a="http://schemas.openxmlformats.org/drawingml/2006/main">
              <a:ext uri="{FF2B5EF4-FFF2-40B4-BE49-F238E27FC236}">
                <a16:creationId xmlns:a16="http://schemas.microsoft.com/office/drawing/2014/main" id="{29151DB7-5C5C-4F1B-A8FC-D9B4E4C0F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6291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47625" tIns="28575" rIns="47625" bIns="285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4F6254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1">
                <a:latin typeface="Times New Roman"/>
                <a:ea typeface="Times New Roman"/>
                <a:cs typeface="Times New Roman"/>
              </a:rPr>
              <a:t>PAMS-TCC   +   Tempo Routing   +   Track Continuity</a:t>
            </a:r>
          </a:p>
        </p:txBody>
      </p:sp>
      <p:sp>
        <p:nvSpPr>
          <p:cNvPr id="134" name="flow-rule-1">
            <a:extLst xmlns:a="http://schemas.openxmlformats.org/drawingml/2006/main">
              <a:ext uri="{FF2B5EF4-FFF2-40B4-BE49-F238E27FC236}">
                <a16:creationId xmlns:a16="http://schemas.microsoft.com/office/drawing/2014/main" id="{4AFD27A9-0830-443C-9B09-100702E5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66850"/>
            <a:ext cx="953" cy="123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5" name="flow-head-2">
            <a:extLst xmlns:a="http://schemas.openxmlformats.org/drawingml/2006/main">
              <a:ext uri="{FF2B5EF4-FFF2-40B4-BE49-F238E27FC236}">
                <a16:creationId xmlns:a16="http://schemas.microsoft.com/office/drawing/2014/main" id="{A2567F44-DC3C-4B03-BC3B-C429BC37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858203" y="1583055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6" name="flow-rule-3">
            <a:extLst xmlns:a="http://schemas.openxmlformats.org/drawingml/2006/main">
              <a:ext uri="{FF2B5EF4-FFF2-40B4-BE49-F238E27FC236}">
                <a16:creationId xmlns:a16="http://schemas.microsoft.com/office/drawing/2014/main" id="{840E87D3-99D1-43AD-BC46-9E465C538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800225"/>
            <a:ext cx="104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7" name="flow-head-4">
            <a:extLst xmlns:a="http://schemas.openxmlformats.org/drawingml/2006/main">
              <a:ext uri="{FF2B5EF4-FFF2-40B4-BE49-F238E27FC236}">
                <a16:creationId xmlns:a16="http://schemas.microsoft.com/office/drawing/2014/main" id="{E86DD0F1-1902-4A75-A21E-BF3241994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430655" y="1763078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8" name="flow-rule-5">
            <a:extLst xmlns:a="http://schemas.openxmlformats.org/drawingml/2006/main">
              <a:ext uri="{FF2B5EF4-FFF2-40B4-BE49-F238E27FC236}">
                <a16:creationId xmlns:a16="http://schemas.microsoft.com/office/drawing/2014/main" id="{33564ADE-C925-4236-9613-013E6BD3C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800225"/>
            <a:ext cx="247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9" name="flow-rule-6">
            <a:extLst xmlns:a="http://schemas.openxmlformats.org/drawingml/2006/main">
              <a:ext uri="{FF2B5EF4-FFF2-40B4-BE49-F238E27FC236}">
                <a16:creationId xmlns:a16="http://schemas.microsoft.com/office/drawing/2014/main" id="{13C2F49D-29AA-47D5-B83E-F36792F6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962025"/>
            <a:ext cx="953" cy="838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0" name="flow-rule-7">
            <a:extLst xmlns:a="http://schemas.openxmlformats.org/drawingml/2006/main">
              <a:ext uri="{FF2B5EF4-FFF2-40B4-BE49-F238E27FC236}">
                <a16:creationId xmlns:a16="http://schemas.microsoft.com/office/drawing/2014/main" id="{15A2E6F2-9A6C-4C21-BA20-3DF2F5A1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96202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1" name="flow-head-8">
            <a:extLst xmlns:a="http://schemas.openxmlformats.org/drawingml/2006/main">
              <a:ext uri="{FF2B5EF4-FFF2-40B4-BE49-F238E27FC236}">
                <a16:creationId xmlns:a16="http://schemas.microsoft.com/office/drawing/2014/main" id="{0A3009E9-9373-4D2E-A5BA-2A8A3BC92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30830" y="929640"/>
            <a:ext cx="64770" cy="647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2" name="flow-rule-9">
            <a:extLst xmlns:a="http://schemas.openxmlformats.org/drawingml/2006/main">
              <a:ext uri="{FF2B5EF4-FFF2-40B4-BE49-F238E27FC236}">
                <a16:creationId xmlns:a16="http://schemas.microsoft.com/office/drawing/2014/main" id="{E0742643-D421-4FAE-B779-7B7162EA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38112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3" name="flow-head-10">
            <a:extLst xmlns:a="http://schemas.openxmlformats.org/drawingml/2006/main">
              <a:ext uri="{FF2B5EF4-FFF2-40B4-BE49-F238E27FC236}">
                <a16:creationId xmlns:a16="http://schemas.microsoft.com/office/drawing/2014/main" id="{3CBE9402-191E-4335-A671-B95A7F51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30830" y="1348740"/>
            <a:ext cx="64770" cy="647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4" name="flow-rule-11">
            <a:extLst xmlns:a="http://schemas.openxmlformats.org/drawingml/2006/main">
              <a:ext uri="{FF2B5EF4-FFF2-40B4-BE49-F238E27FC236}">
                <a16:creationId xmlns:a16="http://schemas.microsoft.com/office/drawing/2014/main" id="{83186D5A-5426-4B1A-B011-66975401C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1800225"/>
            <a:ext cx="2095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5" name="flow-head-12">
            <a:extLst xmlns:a="http://schemas.openxmlformats.org/drawingml/2006/main">
              <a:ext uri="{FF2B5EF4-FFF2-40B4-BE49-F238E27FC236}">
                <a16:creationId xmlns:a16="http://schemas.microsoft.com/office/drawing/2014/main" id="{765BF5C6-BC3D-40FB-A3CC-23651B27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30830" y="1767840"/>
            <a:ext cx="64770" cy="6477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6" name="flow-rule-13">
            <a:extLst xmlns:a="http://schemas.openxmlformats.org/drawingml/2006/main">
              <a:ext uri="{FF2B5EF4-FFF2-40B4-BE49-F238E27FC236}">
                <a16:creationId xmlns:a16="http://schemas.microsoft.com/office/drawing/2014/main" id="{8DD1948A-71FC-47D5-9676-8708DB036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962025"/>
            <a:ext cx="43434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7" name="flow-head-14">
            <a:extLst xmlns:a="http://schemas.openxmlformats.org/drawingml/2006/main">
              <a:ext uri="{FF2B5EF4-FFF2-40B4-BE49-F238E27FC236}">
                <a16:creationId xmlns:a16="http://schemas.microsoft.com/office/drawing/2014/main" id="{D18C3DB6-8A0D-4E9D-ADB1-C7394A837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41620" y="927735"/>
            <a:ext cx="68580" cy="685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8" name="flow-rule-15">
            <a:extLst xmlns:a="http://schemas.openxmlformats.org/drawingml/2006/main">
              <a:ext uri="{FF2B5EF4-FFF2-40B4-BE49-F238E27FC236}">
                <a16:creationId xmlns:a16="http://schemas.microsoft.com/office/drawing/2014/main" id="{1BA2A97B-D9B6-4AB4-921C-AB591428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381125"/>
            <a:ext cx="43434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9" name="flow-head-16">
            <a:extLst xmlns:a="http://schemas.openxmlformats.org/drawingml/2006/main">
              <a:ext uri="{FF2B5EF4-FFF2-40B4-BE49-F238E27FC236}">
                <a16:creationId xmlns:a16="http://schemas.microsoft.com/office/drawing/2014/main" id="{36174C73-C12C-4750-B630-41AAA963F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41620" y="1346835"/>
            <a:ext cx="68580" cy="685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0" name="flow-rule-17">
            <a:extLst xmlns:a="http://schemas.openxmlformats.org/drawingml/2006/main">
              <a:ext uri="{FF2B5EF4-FFF2-40B4-BE49-F238E27FC236}">
                <a16:creationId xmlns:a16="http://schemas.microsoft.com/office/drawing/2014/main" id="{2132128D-B777-4F4B-9BCE-12AA34352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800225"/>
            <a:ext cx="43434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1" name="flow-head-18">
            <a:extLst xmlns:a="http://schemas.openxmlformats.org/drawingml/2006/main">
              <a:ext uri="{FF2B5EF4-FFF2-40B4-BE49-F238E27FC236}">
                <a16:creationId xmlns:a16="http://schemas.microsoft.com/office/drawing/2014/main" id="{8F08D518-A65C-4D56-87FE-25D9E2D85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341620" y="1765935"/>
            <a:ext cx="68580" cy="685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2" name="flow-rule-19">
            <a:extLst xmlns:a="http://schemas.openxmlformats.org/drawingml/2006/main">
              <a:ext uri="{FF2B5EF4-FFF2-40B4-BE49-F238E27FC236}">
                <a16:creationId xmlns:a16="http://schemas.microsoft.com/office/drawing/2014/main" id="{C7173C8B-F38B-47CC-817F-6CC470F3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352550"/>
            <a:ext cx="3333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3" name="flow-head-20">
            <a:extLst xmlns:a="http://schemas.openxmlformats.org/drawingml/2006/main">
              <a:ext uri="{FF2B5EF4-FFF2-40B4-BE49-F238E27FC236}">
                <a16:creationId xmlns:a16="http://schemas.microsoft.com/office/drawing/2014/main" id="{22052D31-D576-4139-954B-E05D7D53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012305" y="1315403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4" name="flow-rule-21">
            <a:extLst xmlns:a="http://schemas.openxmlformats.org/drawingml/2006/main">
              <a:ext uri="{FF2B5EF4-FFF2-40B4-BE49-F238E27FC236}">
                <a16:creationId xmlns:a16="http://schemas.microsoft.com/office/drawing/2014/main" id="{BE83050F-03C5-48B7-81E7-F6CA6697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1600200"/>
            <a:ext cx="953" cy="57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5" name="flow-head-22">
            <a:extLst xmlns:a="http://schemas.openxmlformats.org/drawingml/2006/main">
              <a:ext uri="{FF2B5EF4-FFF2-40B4-BE49-F238E27FC236}">
                <a16:creationId xmlns:a16="http://schemas.microsoft.com/office/drawing/2014/main" id="{EA7E4AF7-6A84-48AF-B198-9550BE04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7849553" y="1649730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6" name="flow-rule-23">
            <a:extLst xmlns:a="http://schemas.openxmlformats.org/drawingml/2006/main">
              <a:ext uri="{FF2B5EF4-FFF2-40B4-BE49-F238E27FC236}">
                <a16:creationId xmlns:a16="http://schemas.microsoft.com/office/drawing/2014/main" id="{D01653EF-910A-4802-B6C4-B616B1ACD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152650"/>
            <a:ext cx="953" cy="16001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7" name="flow-head-24">
            <a:extLst xmlns:a="http://schemas.openxmlformats.org/drawingml/2006/main">
              <a:ext uri="{FF2B5EF4-FFF2-40B4-BE49-F238E27FC236}">
                <a16:creationId xmlns:a16="http://schemas.microsoft.com/office/drawing/2014/main" id="{A9E5FE50-6B68-4D83-935A-4AF2AFC7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3870960" y="2312670"/>
            <a:ext cx="68580" cy="685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8" name="flow-rule-25">
            <a:extLst xmlns:a="http://schemas.openxmlformats.org/drawingml/2006/main">
              <a:ext uri="{FF2B5EF4-FFF2-40B4-BE49-F238E27FC236}">
                <a16:creationId xmlns:a16="http://schemas.microsoft.com/office/drawing/2014/main" id="{36E83999-1EAA-4A6C-A6D3-2D6CE678A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13610"/>
            <a:ext cx="953" cy="1676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9" name="flow-head-26">
            <a:extLst xmlns:a="http://schemas.openxmlformats.org/drawingml/2006/main">
              <a:ext uri="{FF2B5EF4-FFF2-40B4-BE49-F238E27FC236}">
                <a16:creationId xmlns:a16="http://schemas.microsoft.com/office/drawing/2014/main" id="{DA3C7F77-BADC-430F-A961-1EFBA3ED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5510" y="2152650"/>
            <a:ext cx="68580" cy="6858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0" name="flow-rule-27">
            <a:extLst xmlns:a="http://schemas.openxmlformats.org/drawingml/2006/main">
              <a:ext uri="{FF2B5EF4-FFF2-40B4-BE49-F238E27FC236}">
                <a16:creationId xmlns:a16="http://schemas.microsoft.com/office/drawing/2014/main" id="{84F3DCAE-3731-4C1E-8058-B39D07BA0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24200"/>
            <a:ext cx="104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1" name="flow-head-28">
            <a:extLst xmlns:a="http://schemas.openxmlformats.org/drawingml/2006/main">
              <a:ext uri="{FF2B5EF4-FFF2-40B4-BE49-F238E27FC236}">
                <a16:creationId xmlns:a16="http://schemas.microsoft.com/office/drawing/2014/main" id="{F1013381-24DC-4B39-A56D-F1A3B36E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297305" y="3087053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2" name="flow-rule-29">
            <a:extLst xmlns:a="http://schemas.openxmlformats.org/drawingml/2006/main">
              <a:ext uri="{FF2B5EF4-FFF2-40B4-BE49-F238E27FC236}">
                <a16:creationId xmlns:a16="http://schemas.microsoft.com/office/drawing/2014/main" id="{8E43D213-A7DF-439A-9F3F-6F6AC4CE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124200"/>
            <a:ext cx="10477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3" name="flow-head-30">
            <a:extLst xmlns:a="http://schemas.openxmlformats.org/drawingml/2006/main">
              <a:ext uri="{FF2B5EF4-FFF2-40B4-BE49-F238E27FC236}">
                <a16:creationId xmlns:a16="http://schemas.microsoft.com/office/drawing/2014/main" id="{1EFA44C0-11B0-43FA-8CBE-CEA57ABDB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345055" y="3087053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4" name="flow-rule-31">
            <a:extLst xmlns:a="http://schemas.openxmlformats.org/drawingml/2006/main">
              <a:ext uri="{FF2B5EF4-FFF2-40B4-BE49-F238E27FC236}">
                <a16:creationId xmlns:a16="http://schemas.microsoft.com/office/drawing/2014/main" id="{7D8FBCA2-607B-4E92-9912-FE88045D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124200"/>
            <a:ext cx="1619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5" name="flow-head-32">
            <a:extLst xmlns:a="http://schemas.openxmlformats.org/drawingml/2006/main">
              <a:ext uri="{FF2B5EF4-FFF2-40B4-BE49-F238E27FC236}">
                <a16:creationId xmlns:a16="http://schemas.microsoft.com/office/drawing/2014/main" id="{3F0060F9-F567-48D4-AAA9-062F1766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526155" y="3087053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6" name="flow-rule-33">
            <a:extLst xmlns:a="http://schemas.openxmlformats.org/drawingml/2006/main">
              <a:ext uri="{FF2B5EF4-FFF2-40B4-BE49-F238E27FC236}">
                <a16:creationId xmlns:a16="http://schemas.microsoft.com/office/drawing/2014/main" id="{B9CAA708-C14F-4010-8155-9E30A0A9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124200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7" name="flow-head-34">
            <a:extLst xmlns:a="http://schemas.openxmlformats.org/drawingml/2006/main">
              <a:ext uri="{FF2B5EF4-FFF2-40B4-BE49-F238E27FC236}">
                <a16:creationId xmlns:a16="http://schemas.microsoft.com/office/drawing/2014/main" id="{6AB4D70D-A8BC-4628-93A2-AC1ED391E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907405" y="3087053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8" name="flow-rule-35">
            <a:extLst xmlns:a="http://schemas.openxmlformats.org/drawingml/2006/main">
              <a:ext uri="{FF2B5EF4-FFF2-40B4-BE49-F238E27FC236}">
                <a16:creationId xmlns:a16="http://schemas.microsoft.com/office/drawing/2014/main" id="{10E702D3-C9F5-49C5-B5D5-B91416B92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24200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9" name="flow-head-36">
            <a:extLst xmlns:a="http://schemas.openxmlformats.org/drawingml/2006/main">
              <a:ext uri="{FF2B5EF4-FFF2-40B4-BE49-F238E27FC236}">
                <a16:creationId xmlns:a16="http://schemas.microsoft.com/office/drawing/2014/main" id="{A9FA1A64-C415-4409-ADD3-C8C9EB6EE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4205" y="3087053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0" name="flow-rule-37">
            <a:extLst xmlns:a="http://schemas.openxmlformats.org/drawingml/2006/main">
              <a:ext uri="{FF2B5EF4-FFF2-40B4-BE49-F238E27FC236}">
                <a16:creationId xmlns:a16="http://schemas.microsoft.com/office/drawing/2014/main" id="{767D81AE-3577-4FDA-A245-F8A3F492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124200"/>
            <a:ext cx="123825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955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1" name="flow-head-38">
            <a:extLst xmlns:a="http://schemas.openxmlformats.org/drawingml/2006/main">
              <a:ext uri="{FF2B5EF4-FFF2-40B4-BE49-F238E27FC236}">
                <a16:creationId xmlns:a16="http://schemas.microsoft.com/office/drawing/2014/main" id="{DCC88949-6CA0-434C-9E56-CC1944D66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41005" y="3087053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2" name="flow-rule-39">
            <a:extLst xmlns:a="http://schemas.openxmlformats.org/drawingml/2006/main">
              <a:ext uri="{FF2B5EF4-FFF2-40B4-BE49-F238E27FC236}">
                <a16:creationId xmlns:a16="http://schemas.microsoft.com/office/drawing/2014/main" id="{AEF8D3F3-28E2-47F1-8281-7A726FC0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14825"/>
            <a:ext cx="953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0003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3" name="flow-head-40">
            <a:extLst xmlns:a="http://schemas.openxmlformats.org/drawingml/2006/main">
              <a:ext uri="{FF2B5EF4-FFF2-40B4-BE49-F238E27FC236}">
                <a16:creationId xmlns:a16="http://schemas.microsoft.com/office/drawing/2014/main" id="{AE4C9B81-27C3-4743-A660-0BFD05BF3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4853" y="4248150"/>
            <a:ext cx="74295" cy="74295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">
            <a:solidFill>
              <a:srgbClr val="0000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989368675"/>
      </p:ext>
    </p:extLst>
  </p:cSld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2026-08-10T10:53:35.1530000Z</dcterms:created>
  <dcterms:modified xsi:type="dcterms:W3CDTF">2026-08-10T10:53:35.1530000Z</dcterms:modified>
</coreProperties>
</file>