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e48d28e1bc44d8" /><Relationship Type="http://schemas.openxmlformats.org/officeDocument/2006/relationships/extended-properties" Target="/docProps/app.xml" Id="R5ac2a33cc86549af" /><Relationship Type="http://schemas.openxmlformats.org/officeDocument/2006/relationships/officeDocument" Target="/ppt/presentation.xml" Id="Raae15b163c1040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e72069b0194465"/>
  </p:sldMasterIdLst>
  <p:notesMasterIdLst>
    <p:notesMasterId xmlns:r="http://schemas.openxmlformats.org/officeDocument/2006/relationships" r:id="R1be5a4ca47404258"/>
  </p:notesMasterIdLst>
  <p:sldIdLst>
    <p:sldId xmlns:r="http://schemas.openxmlformats.org/officeDocument/2006/relationships" id="256" r:id="R859f1fbdc281403b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8aeed54a16484c" /><Relationship Type="http://schemas.openxmlformats.org/officeDocument/2006/relationships/slideMaster" Target="/ppt/slideMasters/slideMaster1.xml" Id="R0ae72069b0194465" /><Relationship Type="http://schemas.openxmlformats.org/officeDocument/2006/relationships/notesMaster" Target="/ppt/notesMasters/notesMaster1.xml" Id="R1be5a4ca47404258" /><Relationship Type="http://schemas.openxmlformats.org/officeDocument/2006/relationships/presProps" Target="/ppt/presProps.xml" Id="R557b2c1ab0d7475f" /><Relationship Type="http://schemas.openxmlformats.org/officeDocument/2006/relationships/viewProps" Target="/ppt/viewProps.xml" Id="Ra8e1d22b0aba4113" /><Relationship Type="http://schemas.openxmlformats.org/officeDocument/2006/relationships/tableStyles" Target="/ppt/tableStyles.xml" Id="Ra7c9ba90756d4fad" /><Relationship Type="http://schemas.openxmlformats.org/officeDocument/2006/relationships/slide" Target="/ppt/slides/slide1.xml" Id="R859f1fbdc28140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ce0c83533b49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794779bc3b44fc" /><Relationship Type="http://schemas.openxmlformats.org/officeDocument/2006/relationships/notesMaster" Target="/ppt/notesMasters/notesMaster1.xml" Id="R88037d84d5cb43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Gao et al., Count What Repeats: Period-Adaptive Multi-Scale Consistency for Self-Supervised Repetitive Action Counting, CVPR 2026. User-supplied PDF; Algorithm 1 informed the distinction between full-sequence peak-parameter voting and person-wise local-tempo adaptation.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User-supplied reference image 40d278137091f19c87d22cfffb3e714d.png informed the shared-input, two-row comparison silhouette.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five-frame asynchronous squat filmstrip was generated specifically for this figure and contains no external factual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804cf69a3a4e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bd9566f19c429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c2102ea1f24d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e8d48a4b32427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4f65ede81e44f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30372b6cd348a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75fe476323409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d2ecda8a6414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2f6275c45347b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ef408653924ce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55aab02cf94863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40045D33-5CB3-445D-A859-A6CCE1F1512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431DB28E-A8D0-4131-975C-2C574D5F1A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7CAE0B1F-87A1-4229-8E13-08947505F9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8492745C-B18F-4AB9-B0B9-6A30CA6496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6387CADE-06F8-4580-A531-072B6C0154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00B08910-64A3-42CB-84DC-D4AF0339F6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E7B0BE01-2DA6-4A10-A55E-42EF96F57A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945DF071-8F51-403C-910A-BF881A0EA4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64189AC5-ADD9-4125-9BB0-4369CC4F7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A6BC0589-9E60-4E81-A04C-4E0A14580A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955BD6F8-705E-47DF-92A3-8006E619278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B73DD0F4-4475-4A1A-90DF-001641DA76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7136AF8F-8F84-4681-829C-2B3EA93817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BD00D2C2-4B95-461E-8986-345FF796D2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F8D207D0-B9FD-4199-AF0F-BEA54BEFD2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C76B5AC5-F8AC-4F03-9BF1-A8DE8083AC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C773923D-78DB-4AAE-A939-3A858AC065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733DB430-A5BA-4F0A-8E54-210ED19829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3DFD87A6-6DA9-4685-98EC-D19005023C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1982B639-532A-4265-8E97-19DB600D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9F00329C-BA61-4A1D-A275-BB0388C4AD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01151EF8-CB15-4370-BB73-3D2EA51417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2B93CF09-C652-416B-8387-5EE11B6D6CD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E745D9EB-9381-434C-84F4-4676C1CD69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33AF7010-AE04-49A6-AC57-875CA90F37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04882CC4-28A0-4A1D-8089-833B43BDAC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35EF0BC4-EDDC-4BC8-B936-24CED34E349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B8A89189-4916-4D55-BD2F-1B91F22BD6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36B3D91A-F272-4899-BB10-48D9A357EE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C4DA53CF-F367-4579-AC15-024535C804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69274cbe7740e0" /><Relationship Type="http://schemas.openxmlformats.org/officeDocument/2006/relationships/slideLayout" Target="/ppt/slideLayouts/slideLayout1.xml" Id="R86eaab723f1d407b" /><Relationship Type="http://schemas.openxmlformats.org/officeDocument/2006/relationships/slideLayout" Target="/ppt/slideLayouts/slideLayout2.xml" Id="R5afb80a2bfa04fb6" /><Relationship Type="http://schemas.openxmlformats.org/officeDocument/2006/relationships/slideLayout" Target="/ppt/slideLayouts/slideLayout3.xml" Id="Rf7709b576ce24e8d" /><Relationship Type="http://schemas.openxmlformats.org/officeDocument/2006/relationships/slideLayout" Target="/ppt/slideLayouts/slideLayout4.xml" Id="R953afafd2d034e32" /><Relationship Type="http://schemas.openxmlformats.org/officeDocument/2006/relationships/slideLayout" Target="/ppt/slideLayouts/slideLayout5.xml" Id="Re81418113ecf4e34" /><Relationship Type="http://schemas.openxmlformats.org/officeDocument/2006/relationships/slideLayout" Target="/ppt/slideLayouts/slideLayout6.xml" Id="Ra4f2b62901c2423c" /><Relationship Type="http://schemas.openxmlformats.org/officeDocument/2006/relationships/slideLayout" Target="/ppt/slideLayouts/slideLayout7.xml" Id="R2f5ca46c22334fca" /><Relationship Type="http://schemas.openxmlformats.org/officeDocument/2006/relationships/slideLayout" Target="/ppt/slideLayouts/slideLayout8.xml" Id="R4b99b0b8c0804af9" /><Relationship Type="http://schemas.openxmlformats.org/officeDocument/2006/relationships/slideLayout" Target="/ppt/slideLayouts/slideLayout9.xml" Id="R7a52566553534977" /><Relationship Type="http://schemas.openxmlformats.org/officeDocument/2006/relationships/slideLayout" Target="/ppt/slideLayouts/slideLayout10.xml" Id="Ra057ac64de044cdd" /><Relationship Type="http://schemas.openxmlformats.org/officeDocument/2006/relationships/slideLayout" Target="/ppt/slideLayouts/slideLayout11.xml" Id="R7accee2fef794d38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C974909-FFCA-4625-B6CA-884625CF87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81A8A79C-98F1-4F5E-A2F0-0FB2333F8C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E35764D2-CC55-42AA-9FD8-6D3C81004E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eaab723f1d407b"/>
    <p:sldLayoutId xmlns:r="http://schemas.openxmlformats.org/officeDocument/2006/relationships" id="2147483650" r:id="R5afb80a2bfa04fb6"/>
    <p:sldLayoutId xmlns:r="http://schemas.openxmlformats.org/officeDocument/2006/relationships" id="2147483651" r:id="Rf7709b576ce24e8d"/>
    <p:sldLayoutId xmlns:r="http://schemas.openxmlformats.org/officeDocument/2006/relationships" id="2147483652" r:id="R953afafd2d034e32"/>
    <p:sldLayoutId xmlns:r="http://schemas.openxmlformats.org/officeDocument/2006/relationships" id="2147483653" r:id="Re81418113ecf4e34"/>
    <p:sldLayoutId xmlns:r="http://schemas.openxmlformats.org/officeDocument/2006/relationships" id="2147483654" r:id="Ra4f2b62901c2423c"/>
    <p:sldLayoutId xmlns:r="http://schemas.openxmlformats.org/officeDocument/2006/relationships" id="2147483655" r:id="R2f5ca46c22334fca"/>
    <p:sldLayoutId xmlns:r="http://schemas.openxmlformats.org/officeDocument/2006/relationships" id="2147483656" r:id="R4b99b0b8c0804af9"/>
    <p:sldLayoutId xmlns:r="http://schemas.openxmlformats.org/officeDocument/2006/relationships" id="2147483657" r:id="R7a52566553534977"/>
    <p:sldLayoutId xmlns:r="http://schemas.openxmlformats.org/officeDocument/2006/relationships" id="2147483658" r:id="Ra057ac64de044cdd"/>
    <p:sldLayoutId xmlns:r="http://schemas.openxmlformats.org/officeDocument/2006/relationships" id="2147483659" r:id="R7accee2fef794d38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343599e6d44f1" /><Relationship Type="http://schemas.openxmlformats.org/officeDocument/2006/relationships/image" Target="/ppt/media/image.png" Id="R855511341abf41ae" /><Relationship Type="http://schemas.openxmlformats.org/officeDocument/2006/relationships/chart" Target="/ppt/slides/charts/chart1.xml" Id="R03053528c2a6490a" /><Relationship Type="http://schemas.openxmlformats.org/officeDocument/2006/relationships/chart" Target="/ppt/slides/charts/chart2.xml" Id="R51dcc1841b75419f" /><Relationship Type="http://schemas.openxmlformats.org/officeDocument/2006/relationships/chart" Target="/ppt/slides/charts/chart3.xml" Id="R06d394a211f844e0" /><Relationship Type="http://schemas.openxmlformats.org/officeDocument/2006/relationships/chart" Target="/ppt/slides/charts/chart4.xml" Id="R0ce6205a908a42ae" /><Relationship Type="http://schemas.openxmlformats.org/officeDocument/2006/relationships/chart" Target="/ppt/slides/charts/chart5.xml" Id="Rd3338e6ecc7e472f" /><Relationship Type="http://schemas.openxmlformats.org/officeDocument/2006/relationships/chart" Target="/ppt/slides/charts/chart6.xml" Id="R3aeecf80bd3e4b26" /><Relationship Type="http://schemas.openxmlformats.org/officeDocument/2006/relationships/chart" Target="/ppt/slides/charts/chart7.xml" Id="Re4ca96ddfc7f4c29" /><Relationship Type="http://schemas.openxmlformats.org/officeDocument/2006/relationships/notesSlide" Target="/ppt/notesSlides/notesSlide1.xml" Id="R4027d2e87fdd4704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smooth"/>
        <c:ser>
          <c:idx val="0"/>
          <c:order val="0"/>
          <c:tx>
            <c:v>input-response-P₁</c:v>
          </c:tx>
          <c:spPr>
            <a:ln xmlns:a="http://schemas.openxmlformats.org/drawingml/2006/main" w="14764">
              <a:solidFill>
                <a:srgbClr val="667784"/>
              </a:solidFill>
              <a:prstDash val="solid"/>
            </a:ln>
          </c:spPr>
          <c:marker>
            <c:symbol val="none"/>
            <c:size val="5"/>
          </c:marker>
          <c:xVal>
            <c:numLit>
              <c:formatCode>General</c:formatCode>
              <c:ptCount val="9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  <c:pt idx="48">
                <c:v>48</c:v>
              </c:pt>
              <c:pt idx="49">
                <c:v>49</c:v>
              </c:pt>
              <c:pt idx="50">
                <c:v>50</c:v>
              </c:pt>
              <c:pt idx="51">
                <c:v>51</c:v>
              </c:pt>
              <c:pt idx="52">
                <c:v>52</c:v>
              </c:pt>
              <c:pt idx="53">
                <c:v>53</c:v>
              </c:pt>
              <c:pt idx="54">
                <c:v>54</c:v>
              </c:pt>
              <c:pt idx="55">
                <c:v>55</c:v>
              </c:pt>
              <c:pt idx="56">
                <c:v>56</c:v>
              </c:pt>
              <c:pt idx="57">
                <c:v>57</c:v>
              </c:pt>
              <c:pt idx="58">
                <c:v>58</c:v>
              </c:pt>
              <c:pt idx="59">
                <c:v>59</c:v>
              </c:pt>
              <c:pt idx="60">
                <c:v>60</c:v>
              </c:pt>
              <c:pt idx="61">
                <c:v>61</c:v>
              </c:pt>
              <c:pt idx="62">
                <c:v>62</c:v>
              </c:pt>
              <c:pt idx="63">
                <c:v>63</c:v>
              </c:pt>
              <c:pt idx="64">
                <c:v>64</c:v>
              </c:pt>
              <c:pt idx="65">
                <c:v>65</c:v>
              </c:pt>
              <c:pt idx="66">
                <c:v>66</c:v>
              </c:pt>
              <c:pt idx="67">
                <c:v>67</c:v>
              </c:pt>
              <c:pt idx="68">
                <c:v>68</c:v>
              </c:pt>
              <c:pt idx="69">
                <c:v>69</c:v>
              </c:pt>
              <c:pt idx="70">
                <c:v>70</c:v>
              </c:pt>
              <c:pt idx="71">
                <c:v>71</c:v>
              </c:pt>
              <c:pt idx="72">
                <c:v>72</c:v>
              </c:pt>
              <c:pt idx="73">
                <c:v>73</c:v>
              </c:pt>
              <c:pt idx="74">
                <c:v>74</c:v>
              </c:pt>
              <c:pt idx="75">
                <c:v>75</c:v>
              </c:pt>
              <c:pt idx="76">
                <c:v>76</c:v>
              </c:pt>
              <c:pt idx="77">
                <c:v>77</c:v>
              </c:pt>
              <c:pt idx="78">
                <c:v>78</c:v>
              </c:pt>
              <c:pt idx="79">
                <c:v>79</c:v>
              </c:pt>
              <c:pt idx="80">
                <c:v>80</c:v>
              </c:pt>
              <c:pt idx="81">
                <c:v>81</c:v>
              </c:pt>
              <c:pt idx="82">
                <c:v>82</c:v>
              </c:pt>
              <c:pt idx="83">
                <c:v>83</c:v>
              </c:pt>
              <c:pt idx="84">
                <c:v>84</c:v>
              </c:pt>
              <c:pt idx="85">
                <c:v>85</c:v>
              </c:pt>
              <c:pt idx="86">
                <c:v>86</c:v>
              </c:pt>
              <c:pt idx="87">
                <c:v>87</c:v>
              </c:pt>
              <c:pt idx="88">
                <c:v>88</c:v>
              </c:pt>
              <c:pt idx="89">
                <c:v>89</c:v>
              </c:pt>
              <c:pt idx="90">
                <c:v>90</c:v>
              </c:pt>
              <c:pt idx="91">
                <c:v>91</c:v>
              </c:pt>
              <c:pt idx="92">
                <c:v>92</c:v>
              </c:pt>
              <c:pt idx="93">
                <c:v>93</c:v>
              </c:pt>
              <c:pt idx="94">
                <c:v>94</c:v>
              </c:pt>
              <c:pt idx="95">
                <c:v>95</c:v>
              </c:pt>
            </c:numLit>
          </c:xVal>
          <c:yVal>
            <c:numLit>
              <c:formatCode>General</c:formatCode>
              <c:ptCount val="96"/>
              <c:pt idx="0">
                <c:v>0.651871233229753</c:v>
              </c:pt>
              <c:pt idx="1">
                <c:v>0.8679850101283897</c:v>
              </c:pt>
              <c:pt idx="2">
                <c:v>0.9500474094780865</c:v>
              </c:pt>
              <c:pt idx="3">
                <c:v>0.8613003967057922</c:v>
              </c:pt>
              <c:pt idx="4">
                <c:v>0.6467619033516013</c:v>
              </c:pt>
              <c:pt idx="5">
                <c:v>0.4037154409481203</c:v>
              </c:pt>
              <c:pt idx="6">
                <c:v>0.22075359239655978</c:v>
              </c:pt>
              <c:pt idx="7">
                <c:v>0.12992433903656703</c:v>
              </c:pt>
              <c:pt idx="8">
                <c:v>0.10477169071032875</c:v>
              </c:pt>
              <c:pt idx="9">
                <c:v>0.10038752535016304</c:v>
              </c:pt>
              <c:pt idx="10">
                <c:v>0.09836817831791803</c:v>
              </c:pt>
              <c:pt idx="11">
                <c:v>0.12187527370835256</c:v>
              </c:pt>
              <c:pt idx="12">
                <c:v>0.2166067283353899</c:v>
              </c:pt>
              <c:pt idx="13">
                <c:v>0.40409003945525684</c:v>
              </c:pt>
              <c:pt idx="14">
                <c:v>0.6449735495040029</c:v>
              </c:pt>
              <c:pt idx="15">
                <c:v>0.8467921146403659</c:v>
              </c:pt>
              <c:pt idx="16">
                <c:v>0.9154904792842263</c:v>
              </c:pt>
              <c:pt idx="17">
                <c:v>0.8148978000986966</c:v>
              </c:pt>
              <c:pt idx="18">
                <c:v>0.590552485535035</c:v>
              </c:pt>
              <c:pt idx="19">
                <c:v>0.3401689409087194</c:v>
              </c:pt>
              <c:pt idx="20">
                <c:v>0.15266212709101923</c:v>
              </c:pt>
              <c:pt idx="21">
                <c:v>0.060279722880597096</c:v>
              </c:pt>
              <c:pt idx="22">
                <c:v>0.03663398072659843</c:v>
              </c:pt>
              <c:pt idx="23">
                <c:v>0.03675056786093997</c:v>
              </c:pt>
              <c:pt idx="24">
                <c:v>0.05873494289989413</c:v>
              </c:pt>
              <c:pt idx="25">
                <c:v>0.26281800725437404</c:v>
              </c:pt>
              <c:pt idx="26">
                <c:v>0.6845997419968285</c:v>
              </c:pt>
              <c:pt idx="27">
                <c:v>0.9156576774250632</c:v>
              </c:pt>
              <c:pt idx="28">
                <c:v>0.6709449364195064</c:v>
              </c:pt>
              <c:pt idx="29">
                <c:v>0.26716332913415186</c:v>
              </c:pt>
              <c:pt idx="30">
                <c:v>0.09225566758455478</c:v>
              </c:pt>
              <c:pt idx="31">
                <c:v>0.08448908243769783</c:v>
              </c:pt>
              <c:pt idx="32">
                <c:v>0.10978768629075386</c:v>
              </c:pt>
              <c:pt idx="33">
                <c:v>0.31494181531309745</c:v>
              </c:pt>
              <c:pt idx="34">
                <c:v>0.7355043899551255</c:v>
              </c:pt>
              <c:pt idx="35">
                <c:v>0.9631065081790637</c:v>
              </c:pt>
              <c:pt idx="36">
                <c:v>0.7128531351510622</c:v>
              </c:pt>
              <c:pt idx="37">
                <c:v>0.3016895262598854</c:v>
              </c:pt>
              <c:pt idx="38">
                <c:v>0.11788284516665526</c:v>
              </c:pt>
              <c:pt idx="39">
                <c:v>0.10009122917680233</c:v>
              </c:pt>
              <c:pt idx="40">
                <c:v>0.11467927240246695</c:v>
              </c:pt>
              <c:pt idx="41">
                <c:v>0.3089079134525762</c:v>
              </c:pt>
              <c:pt idx="42">
                <c:v>0.7188101187314079</c:v>
              </c:pt>
              <c:pt idx="43">
                <c:v>0.9364853833284098</c:v>
              </c:pt>
              <c:pt idx="44">
                <c:v>0.6774748401974384</c:v>
              </c:pt>
              <c:pt idx="45">
                <c:v>0.2591085187607969</c:v>
              </c:pt>
              <c:pt idx="46">
                <c:v>0.06997005669186145</c:v>
              </c:pt>
              <c:pt idx="47">
                <c:v>0.048951859997914696</c:v>
              </c:pt>
              <c:pt idx="48">
                <c:v>0.04417309561849491</c:v>
              </c:pt>
              <c:pt idx="49">
                <c:v>0.04754604089629233</c:v>
              </c:pt>
              <c:pt idx="50">
                <c:v>0.07387944972841157</c:v>
              </c:pt>
              <c:pt idx="51">
                <c:v>0.13965990365387343</c:v>
              </c:pt>
              <c:pt idx="52">
                <c:v>0.25399129452497143</c:v>
              </c:pt>
              <c:pt idx="53">
                <c:v>0.41144851889831746</c:v>
              </c:pt>
              <c:pt idx="54">
                <c:v>0.5901584876616149</c:v>
              </c:pt>
              <c:pt idx="55">
                <c:v>0.7563478939047691</c:v>
              </c:pt>
              <c:pt idx="56">
                <c:v>0.8740036913639805</c:v>
              </c:pt>
              <c:pt idx="57">
                <c:v>0.9161986273834439</c:v>
              </c:pt>
              <c:pt idx="58">
                <c:v>0.8738793535367971</c:v>
              </c:pt>
              <c:pt idx="59">
                <c:v>0.7588088492679732</c:v>
              </c:pt>
              <c:pt idx="60">
                <c:v>0.5995523932005771</c:v>
              </c:pt>
              <c:pt idx="61">
                <c:v>0.4320319119392765</c:v>
              </c:pt>
              <c:pt idx="62">
                <c:v>0.2882073265329985</c:v>
              </c:pt>
              <c:pt idx="63">
                <c:v>0.18707560649979105</c:v>
              </c:pt>
              <c:pt idx="64">
                <c:v>0.1311673168708004</c:v>
              </c:pt>
              <c:pt idx="65">
                <c:v>0.1094784205678207</c:v>
              </c:pt>
              <c:pt idx="66">
                <c:v>0.10519857268769468</c:v>
              </c:pt>
              <c:pt idx="67">
                <c:v>0.10469168781278008</c:v>
              </c:pt>
              <c:pt idx="68">
                <c:v>0.10355139007106012</c:v>
              </c:pt>
              <c:pt idx="69">
                <c:v>0.10795382835783249</c:v>
              </c:pt>
              <c:pt idx="70">
                <c:v>0.1326625225307925</c:v>
              </c:pt>
              <c:pt idx="71">
                <c:v>0.19423544111875263</c:v>
              </c:pt>
              <c:pt idx="72">
                <c:v>0.49611246755305455</c:v>
              </c:pt>
              <c:pt idx="73">
                <c:v>0.8459171168291428</c:v>
              </c:pt>
              <c:pt idx="74">
                <c:v>0.9048169675940834</c:v>
              </c:pt>
              <c:pt idx="75">
                <c:v>0.6026237639195411</c:v>
              </c:pt>
              <c:pt idx="76">
                <c:v>0.2374604606917754</c:v>
              </c:pt>
              <c:pt idx="77">
                <c:v>0.06756522578886448</c:v>
              </c:pt>
              <c:pt idx="78">
                <c:v>0.043209383927428714</c:v>
              </c:pt>
              <c:pt idx="79">
                <c:v>0.04431596261117865</c:v>
              </c:pt>
              <c:pt idx="80">
                <c:v>0.14088291784607837</c:v>
              </c:pt>
              <c:pt idx="81">
                <c:v>0.44795453863521556</c:v>
              </c:pt>
              <c:pt idx="82">
                <c:v>0.8050697535603515</c:v>
              </c:pt>
              <c:pt idx="83">
                <c:v>0.8730749283882334</c:v>
              </c:pt>
              <c:pt idx="84">
                <c:v>0.5813817359089168</c:v>
              </c:pt>
              <c:pt idx="85">
                <c:v>0.22765177972596776</c:v>
              </c:pt>
              <c:pt idx="86">
                <c:v>0.0696208673650356</c:v>
              </c:pt>
              <c:pt idx="87">
                <c:v>0.05703902691541331</c:v>
              </c:pt>
              <c:pt idx="88">
                <c:v>0.06931195779870186</c:v>
              </c:pt>
              <c:pt idx="89">
                <c:v>0.1759469869334796</c:v>
              </c:pt>
              <c:pt idx="90">
                <c:v>0.49154603057469565</c:v>
              </c:pt>
              <c:pt idx="91">
                <c:v>0.8552733379444731</c:v>
              </c:pt>
              <c:pt idx="92">
                <c:v>0.9276847515640236</c:v>
              </c:pt>
              <c:pt idx="93">
                <c:v>0.6379983421518775</c:v>
              </c:pt>
              <c:pt idx="94">
                <c:v>0.28378753893493364</c:v>
              </c:pt>
              <c:pt idx="95">
                <c:v>0.12280927697783264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1.08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  <c:max val="95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scatterChart>
        <c:scatterStyle val="smooth"/>
        <c:ser>
          <c:idx val="0"/>
          <c:order val="0"/>
          <c:tx>
            <c:v>input-response-P₂</c:v>
          </c:tx>
          <c:spPr>
            <a:ln xmlns:a="http://schemas.openxmlformats.org/drawingml/2006/main" w="14764">
              <a:solidFill>
                <a:srgbClr val="756D78"/>
              </a:solidFill>
              <a:prstDash val="solid"/>
            </a:ln>
          </c:spPr>
          <c:marker>
            <c:symbol val="none"/>
            <c:size val="5"/>
          </c:marker>
          <c:xVal>
            <c:numLit>
              <c:formatCode>General</c:formatCode>
              <c:ptCount val="9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  <c:pt idx="48">
                <c:v>48</c:v>
              </c:pt>
              <c:pt idx="49">
                <c:v>49</c:v>
              </c:pt>
              <c:pt idx="50">
                <c:v>50</c:v>
              </c:pt>
              <c:pt idx="51">
                <c:v>51</c:v>
              </c:pt>
              <c:pt idx="52">
                <c:v>52</c:v>
              </c:pt>
              <c:pt idx="53">
                <c:v>53</c:v>
              </c:pt>
              <c:pt idx="54">
                <c:v>54</c:v>
              </c:pt>
              <c:pt idx="55">
                <c:v>55</c:v>
              </c:pt>
              <c:pt idx="56">
                <c:v>56</c:v>
              </c:pt>
              <c:pt idx="57">
                <c:v>57</c:v>
              </c:pt>
              <c:pt idx="58">
                <c:v>58</c:v>
              </c:pt>
              <c:pt idx="59">
                <c:v>59</c:v>
              </c:pt>
              <c:pt idx="60">
                <c:v>60</c:v>
              </c:pt>
              <c:pt idx="61">
                <c:v>61</c:v>
              </c:pt>
              <c:pt idx="62">
                <c:v>62</c:v>
              </c:pt>
              <c:pt idx="63">
                <c:v>63</c:v>
              </c:pt>
              <c:pt idx="64">
                <c:v>64</c:v>
              </c:pt>
              <c:pt idx="65">
                <c:v>65</c:v>
              </c:pt>
              <c:pt idx="66">
                <c:v>66</c:v>
              </c:pt>
              <c:pt idx="67">
                <c:v>67</c:v>
              </c:pt>
              <c:pt idx="68">
                <c:v>68</c:v>
              </c:pt>
              <c:pt idx="69">
                <c:v>69</c:v>
              </c:pt>
              <c:pt idx="70">
                <c:v>70</c:v>
              </c:pt>
              <c:pt idx="71">
                <c:v>71</c:v>
              </c:pt>
              <c:pt idx="72">
                <c:v>72</c:v>
              </c:pt>
              <c:pt idx="73">
                <c:v>73</c:v>
              </c:pt>
              <c:pt idx="74">
                <c:v>74</c:v>
              </c:pt>
              <c:pt idx="75">
                <c:v>75</c:v>
              </c:pt>
              <c:pt idx="76">
                <c:v>76</c:v>
              </c:pt>
              <c:pt idx="77">
                <c:v>77</c:v>
              </c:pt>
              <c:pt idx="78">
                <c:v>78</c:v>
              </c:pt>
              <c:pt idx="79">
                <c:v>79</c:v>
              </c:pt>
              <c:pt idx="80">
                <c:v>80</c:v>
              </c:pt>
              <c:pt idx="81">
                <c:v>81</c:v>
              </c:pt>
              <c:pt idx="82">
                <c:v>82</c:v>
              </c:pt>
              <c:pt idx="83">
                <c:v>83</c:v>
              </c:pt>
              <c:pt idx="84">
                <c:v>84</c:v>
              </c:pt>
              <c:pt idx="85">
                <c:v>85</c:v>
              </c:pt>
              <c:pt idx="86">
                <c:v>86</c:v>
              </c:pt>
              <c:pt idx="87">
                <c:v>87</c:v>
              </c:pt>
              <c:pt idx="88">
                <c:v>88</c:v>
              </c:pt>
              <c:pt idx="89">
                <c:v>89</c:v>
              </c:pt>
              <c:pt idx="90">
                <c:v>90</c:v>
              </c:pt>
              <c:pt idx="91">
                <c:v>91</c:v>
              </c:pt>
              <c:pt idx="92">
                <c:v>92</c:v>
              </c:pt>
              <c:pt idx="93">
                <c:v>93</c:v>
              </c:pt>
              <c:pt idx="94">
                <c:v>94</c:v>
              </c:pt>
              <c:pt idx="95">
                <c:v>95</c:v>
              </c:pt>
            </c:numLit>
          </c:xVal>
          <c:yVal>
            <c:numLit>
              <c:formatCode>General</c:formatCode>
              <c:ptCount val="96"/>
              <c:pt idx="0">
                <c:v>0.9590192917612548</c:v>
              </c:pt>
              <c:pt idx="1">
                <c:v>0.9109185624555864</c:v>
              </c:pt>
              <c:pt idx="2">
                <c:v>0.8013901454073372</c:v>
              </c:pt>
              <c:pt idx="3">
                <c:v>0.6521293922454183</c:v>
              </c:pt>
              <c:pt idx="4">
                <c:v>0.490396096280186</c:v>
              </c:pt>
              <c:pt idx="5">
                <c:v>0.34187610158423365</c:v>
              </c:pt>
              <c:pt idx="6">
                <c:v>0.22453320552358402</c:v>
              </c:pt>
              <c:pt idx="7">
                <c:v>0.14528119010633142</c:v>
              </c:pt>
              <c:pt idx="8">
                <c:v>0.10034226496726772</c:v>
              </c:pt>
              <c:pt idx="9">
                <c:v>0.07892492856483979</c:v>
              </c:pt>
              <c:pt idx="10">
                <c:v>0.06875770374002865</c:v>
              </c:pt>
              <c:pt idx="11">
                <c:v>0.06139555455853626</c:v>
              </c:pt>
              <c:pt idx="12">
                <c:v>0.05517840915858969</c:v>
              </c:pt>
              <c:pt idx="13">
                <c:v>0.0556263609941358</c:v>
              </c:pt>
              <c:pt idx="14">
                <c:v>0.07406489150820852</c:v>
              </c:pt>
              <c:pt idx="15">
                <c:v>0.12334756851854083</c:v>
              </c:pt>
              <c:pt idx="16">
                <c:v>0.21214954292165317</c:v>
              </c:pt>
              <c:pt idx="17">
                <c:v>0.34002155716642657</c:v>
              </c:pt>
              <c:pt idx="18">
                <c:v>0.49507982143498597</c:v>
              </c:pt>
              <c:pt idx="19">
                <c:v>0.6553406036687337</c:v>
              </c:pt>
              <c:pt idx="20">
                <c:v>0.7934994945367854</c:v>
              </c:pt>
              <c:pt idx="21">
                <c:v>0.883795778404195</c:v>
              </c:pt>
              <c:pt idx="22">
                <c:v>0.9088767745293646</c:v>
              </c:pt>
              <c:pt idx="23">
                <c:v>0.8645289182585243</c:v>
              </c:pt>
              <c:pt idx="24">
                <c:v>0.6600949220390946</c:v>
              </c:pt>
              <c:pt idx="25">
                <c:v>0.40033047257226506</c:v>
              </c:pt>
              <c:pt idx="26">
                <c:v>0.20121327750765255</c:v>
              </c:pt>
              <c:pt idx="27">
                <c:v>0.10932520869650629</c:v>
              </c:pt>
              <c:pt idx="28">
                <c:v>0.09279470953975505</c:v>
              </c:pt>
              <c:pt idx="29">
                <c:v>0.09713280836398629</c:v>
              </c:pt>
              <c:pt idx="30">
                <c:v>0.10664835534828247</c:v>
              </c:pt>
              <c:pt idx="31">
                <c:v>0.15912845943656198</c:v>
              </c:pt>
              <c:pt idx="32">
                <c:v>0.30751133055265234</c:v>
              </c:pt>
              <c:pt idx="33">
                <c:v>0.5519119260321984</c:v>
              </c:pt>
              <c:pt idx="34">
                <c:v>0.8083523730669598</c:v>
              </c:pt>
              <c:pt idx="35">
                <c:v>0.951594787674848</c:v>
              </c:pt>
              <c:pt idx="36">
                <c:v>0.9020227185591321</c:v>
              </c:pt>
              <c:pt idx="37">
                <c:v>0.6848087880999414</c:v>
              </c:pt>
              <c:pt idx="38">
                <c:v>0.4111785223313753</c:v>
              </c:pt>
              <c:pt idx="39">
                <c:v>0.19771886750455658</c:v>
              </c:pt>
              <c:pt idx="40">
                <c:v>0.09164187691389747</c:v>
              </c:pt>
              <c:pt idx="41">
                <c:v>0.06169942922542106</c:v>
              </c:pt>
              <c:pt idx="42">
                <c:v>0.05399184924773169</c:v>
              </c:pt>
              <c:pt idx="43">
                <c:v>0.05335725224952145</c:v>
              </c:pt>
              <c:pt idx="44">
                <c:v>0.09802872593213681</c:v>
              </c:pt>
              <c:pt idx="45">
                <c:v>0.24128757715394503</c:v>
              </c:pt>
              <c:pt idx="46">
                <c:v>0.4834739033106157</c:v>
              </c:pt>
              <c:pt idx="47">
                <c:v>0.7407071225370625</c:v>
              </c:pt>
              <c:pt idx="48">
                <c:v>0.8829376363964302</c:v>
              </c:pt>
              <c:pt idx="49">
                <c:v>0.5664674145891182</c:v>
              </c:pt>
              <c:pt idx="50">
                <c:v>0.18312836315147185</c:v>
              </c:pt>
              <c:pt idx="51">
                <c:v>0.051932083877259186</c:v>
              </c:pt>
              <c:pt idx="52">
                <c:v>0.051254156588028024</c:v>
              </c:pt>
              <c:pt idx="53">
                <c:v>0.09321652064235768</c:v>
              </c:pt>
              <c:pt idx="54">
                <c:v>0.35059668114136266</c:v>
              </c:pt>
              <c:pt idx="55">
                <c:v>0.7778963070937237</c:v>
              </c:pt>
              <c:pt idx="56">
                <c:v>0.9269235395205517</c:v>
              </c:pt>
              <c:pt idx="57">
                <c:v>0.6153173761673633</c:v>
              </c:pt>
              <c:pt idx="58">
                <c:v>0.2346960052405756</c:v>
              </c:pt>
              <c:pt idx="59">
                <c:v>0.10395161862416183</c:v>
              </c:pt>
              <c:pt idx="60">
                <c:v>0.10143994080299801</c:v>
              </c:pt>
              <c:pt idx="61">
                <c:v>0.1393634827792874</c:v>
              </c:pt>
              <c:pt idx="62">
                <c:v>0.3906772081074381</c:v>
              </c:pt>
              <c:pt idx="63">
                <c:v>0.8101493338593048</c:v>
              </c:pt>
              <c:pt idx="64">
                <c:v>0.9499319270948003</c:v>
              </c:pt>
              <c:pt idx="65">
                <c:v>0.6280701780929268</c:v>
              </c:pt>
              <c:pt idx="66">
                <c:v>0.23663288673143723</c:v>
              </c:pt>
              <c:pt idx="67">
                <c:v>0.09498747665103532</c:v>
              </c:pt>
              <c:pt idx="68">
                <c:v>0.081968643364749</c:v>
              </c:pt>
              <c:pt idx="69">
                <c:v>0.11024056306361886</c:v>
              </c:pt>
              <c:pt idx="70">
                <c:v>0.3531822739277758</c:v>
              </c:pt>
              <c:pt idx="71">
                <c:v>0.7659298440284648</c:v>
              </c:pt>
              <c:pt idx="72">
                <c:v>0.882481137917665</c:v>
              </c:pt>
              <c:pt idx="73">
                <c:v>0.9044464876819182</c:v>
              </c:pt>
              <c:pt idx="74">
                <c:v>0.823658284460497</c:v>
              </c:pt>
              <c:pt idx="75">
                <c:v>0.6629138011343936</c:v>
              </c:pt>
              <c:pt idx="76">
                <c:v>0.4667757972063821</c:v>
              </c:pt>
              <c:pt idx="77">
                <c:v>0.28399153150018297</c:v>
              </c:pt>
              <c:pt idx="78">
                <c:v>0.14958572961264283</c:v>
              </c:pt>
              <c:pt idx="79">
                <c:v>0.07460422527493057</c:v>
              </c:pt>
              <c:pt idx="80">
                <c:v>0.04759418453755553</c:v>
              </c:pt>
              <c:pt idx="81">
                <c:v>0.04612024764700557</c:v>
              </c:pt>
              <c:pt idx="82">
                <c:v>0.05172095335516021</c:v>
              </c:pt>
              <c:pt idx="83">
                <c:v>0.05988306412357864</c:v>
              </c:pt>
              <c:pt idx="84">
                <c:v>0.08179149254934776</c:v>
              </c:pt>
              <c:pt idx="85">
                <c:v>0.13901136002058537</c:v>
              </c:pt>
              <c:pt idx="86">
                <c:v>0.25022435023697764</c:v>
              </c:pt>
              <c:pt idx="87">
                <c:v>0.41688070380533704</c:v>
              </c:pt>
              <c:pt idx="88">
                <c:v>0.615832521495766</c:v>
              </c:pt>
              <c:pt idx="89">
                <c:v>0.8035262511175055</c:v>
              </c:pt>
              <c:pt idx="90">
                <c:v>0.9306769624135184</c:v>
              </c:pt>
              <c:pt idx="91">
                <c:v>0.9611240932280063</c:v>
              </c:pt>
              <c:pt idx="92">
                <c:v>0.8863273607578737</c:v>
              </c:pt>
              <c:pt idx="93">
                <c:v>0.7288207836203858</c:v>
              </c:pt>
              <c:pt idx="94">
                <c:v>0.5330248536439719</c:v>
              </c:pt>
              <c:pt idx="95">
                <c:v>0.34767179954872485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1.08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  <c:max val="95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scatterChart>
        <c:scatterStyle val="smooth"/>
        <c:ser>
          <c:idx val="0"/>
          <c:order val="0"/>
          <c:tx>
            <c:v>input-response-Pₙ</c:v>
          </c:tx>
          <c:spPr>
            <a:ln xmlns:a="http://schemas.openxmlformats.org/drawingml/2006/main" w="14764">
              <a:solidFill>
                <a:srgbClr val="667C70"/>
              </a:solidFill>
              <a:prstDash val="solid"/>
            </a:ln>
          </c:spPr>
          <c:marker>
            <c:symbol val="none"/>
            <c:size val="5"/>
          </c:marker>
          <c:xVal>
            <c:numLit>
              <c:formatCode>General</c:formatCode>
              <c:ptCount val="9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  <c:pt idx="48">
                <c:v>48</c:v>
              </c:pt>
              <c:pt idx="49">
                <c:v>49</c:v>
              </c:pt>
              <c:pt idx="50">
                <c:v>50</c:v>
              </c:pt>
              <c:pt idx="51">
                <c:v>51</c:v>
              </c:pt>
              <c:pt idx="52">
                <c:v>52</c:v>
              </c:pt>
              <c:pt idx="53">
                <c:v>53</c:v>
              </c:pt>
              <c:pt idx="54">
                <c:v>54</c:v>
              </c:pt>
              <c:pt idx="55">
                <c:v>55</c:v>
              </c:pt>
              <c:pt idx="56">
                <c:v>56</c:v>
              </c:pt>
              <c:pt idx="57">
                <c:v>57</c:v>
              </c:pt>
              <c:pt idx="58">
                <c:v>58</c:v>
              </c:pt>
              <c:pt idx="59">
                <c:v>59</c:v>
              </c:pt>
              <c:pt idx="60">
                <c:v>60</c:v>
              </c:pt>
              <c:pt idx="61">
                <c:v>61</c:v>
              </c:pt>
              <c:pt idx="62">
                <c:v>62</c:v>
              </c:pt>
              <c:pt idx="63">
                <c:v>63</c:v>
              </c:pt>
              <c:pt idx="64">
                <c:v>64</c:v>
              </c:pt>
              <c:pt idx="65">
                <c:v>65</c:v>
              </c:pt>
              <c:pt idx="66">
                <c:v>66</c:v>
              </c:pt>
              <c:pt idx="67">
                <c:v>67</c:v>
              </c:pt>
              <c:pt idx="68">
                <c:v>68</c:v>
              </c:pt>
              <c:pt idx="69">
                <c:v>69</c:v>
              </c:pt>
              <c:pt idx="70">
                <c:v>70</c:v>
              </c:pt>
              <c:pt idx="71">
                <c:v>71</c:v>
              </c:pt>
              <c:pt idx="72">
                <c:v>72</c:v>
              </c:pt>
              <c:pt idx="73">
                <c:v>73</c:v>
              </c:pt>
              <c:pt idx="74">
                <c:v>74</c:v>
              </c:pt>
              <c:pt idx="75">
                <c:v>75</c:v>
              </c:pt>
              <c:pt idx="76">
                <c:v>76</c:v>
              </c:pt>
              <c:pt idx="77">
                <c:v>77</c:v>
              </c:pt>
              <c:pt idx="78">
                <c:v>78</c:v>
              </c:pt>
              <c:pt idx="79">
                <c:v>79</c:v>
              </c:pt>
              <c:pt idx="80">
                <c:v>80</c:v>
              </c:pt>
              <c:pt idx="81">
                <c:v>81</c:v>
              </c:pt>
              <c:pt idx="82">
                <c:v>82</c:v>
              </c:pt>
              <c:pt idx="83">
                <c:v>83</c:v>
              </c:pt>
              <c:pt idx="84">
                <c:v>84</c:v>
              </c:pt>
              <c:pt idx="85">
                <c:v>85</c:v>
              </c:pt>
              <c:pt idx="86">
                <c:v>86</c:v>
              </c:pt>
              <c:pt idx="87">
                <c:v>87</c:v>
              </c:pt>
              <c:pt idx="88">
                <c:v>88</c:v>
              </c:pt>
              <c:pt idx="89">
                <c:v>89</c:v>
              </c:pt>
              <c:pt idx="90">
                <c:v>90</c:v>
              </c:pt>
              <c:pt idx="91">
                <c:v>91</c:v>
              </c:pt>
              <c:pt idx="92">
                <c:v>92</c:v>
              </c:pt>
              <c:pt idx="93">
                <c:v>93</c:v>
              </c:pt>
              <c:pt idx="94">
                <c:v>94</c:v>
              </c:pt>
              <c:pt idx="95">
                <c:v>95</c:v>
              </c:pt>
            </c:numLit>
          </c:xVal>
          <c:yVal>
            <c:numLit>
              <c:formatCode>General</c:formatCode>
              <c:ptCount val="96"/>
              <c:pt idx="0">
                <c:v>0.4613273193846724</c:v>
              </c:pt>
              <c:pt idx="1">
                <c:v>0.1621268522504736</c:v>
              </c:pt>
              <c:pt idx="2">
                <c:v>0.10128014988282455</c:v>
              </c:pt>
              <c:pt idx="3">
                <c:v>0.0991497402227392</c:v>
              </c:pt>
              <c:pt idx="4">
                <c:v>0.19104693211382584</c:v>
              </c:pt>
              <c:pt idx="5">
                <c:v>0.5370926644251685</c:v>
              </c:pt>
              <c:pt idx="6">
                <c:v>0.8978734272562191</c:v>
              </c:pt>
              <c:pt idx="7">
                <c:v>0.8347484406894726</c:v>
              </c:pt>
              <c:pt idx="8">
                <c:v>0.42019991116907046</c:v>
              </c:pt>
              <c:pt idx="9">
                <c:v>0.11522719956232268</c:v>
              </c:pt>
              <c:pt idx="10">
                <c:v>0.050668937660752464</c:v>
              </c:pt>
              <c:pt idx="11">
                <c:v>0.04705073254118748</c:v>
              </c:pt>
              <c:pt idx="12">
                <c:v>0.1397492640578822</c:v>
              </c:pt>
              <c:pt idx="13">
                <c:v>0.48885026168278045</c:v>
              </c:pt>
              <c:pt idx="14">
                <c:v>0.8548059727469022</c:v>
              </c:pt>
              <c:pt idx="15">
                <c:v>0.7987482395746819</c:v>
              </c:pt>
              <c:pt idx="16">
                <c:v>0.392848746425287</c:v>
              </c:pt>
              <c:pt idx="17">
                <c:v>0.09772683133084961</c:v>
              </c:pt>
              <c:pt idx="18">
                <c:v>0.04378830010566075</c:v>
              </c:pt>
              <c:pt idx="19">
                <c:v>0.05109214828887604</c:v>
              </c:pt>
              <c:pt idx="20">
                <c:v>0.1545351606939604</c:v>
              </c:pt>
              <c:pt idx="21">
                <c:v>0.5137309739590927</c:v>
              </c:pt>
              <c:pt idx="22">
                <c:v>0.8886882876840002</c:v>
              </c:pt>
              <c:pt idx="23">
                <c:v>0.8401434302401707</c:v>
              </c:pt>
              <c:pt idx="24">
                <c:v>0.6440591964305555</c:v>
              </c:pt>
              <c:pt idx="25">
                <c:v>0.4186955020763465</c:v>
              </c:pt>
              <c:pt idx="26">
                <c:v>0.2392594639599917</c:v>
              </c:pt>
              <c:pt idx="27">
                <c:v>0.1401171841916982</c:v>
              </c:pt>
              <c:pt idx="28">
                <c:v>0.10773356033792239</c:v>
              </c:pt>
              <c:pt idx="29">
                <c:v>0.1047517643622779</c:v>
              </c:pt>
              <c:pt idx="30">
                <c:v>0.10510069022392167</c:v>
              </c:pt>
              <c:pt idx="31">
                <c:v>0.11349446682363462</c:v>
              </c:pt>
              <c:pt idx="32">
                <c:v>0.16229712434947216</c:v>
              </c:pt>
              <c:pt idx="33">
                <c:v>0.28562669392765117</c:v>
              </c:pt>
              <c:pt idx="34">
                <c:v>0.48451829482934894</c:v>
              </c:pt>
              <c:pt idx="35">
                <c:v>0.7105516872762307</c:v>
              </c:pt>
              <c:pt idx="36">
                <c:v>0.8826775751373332</c:v>
              </c:pt>
              <c:pt idx="37">
                <c:v>0.9289145443992997</c:v>
              </c:pt>
              <c:pt idx="38">
                <c:v>0.8268534291003117</c:v>
              </c:pt>
              <c:pt idx="39">
                <c:v>0.6167345096367811</c:v>
              </c:pt>
              <c:pt idx="40">
                <c:v>0.3785367263772698</c:v>
              </c:pt>
              <c:pt idx="41">
                <c:v>0.18803110249142452</c:v>
              </c:pt>
              <c:pt idx="42">
                <c:v>0.0800701174369304</c:v>
              </c:pt>
              <c:pt idx="43">
                <c:v>0.04150614655715606</c:v>
              </c:pt>
              <c:pt idx="44">
                <c:v>0.035253914957412175</c:v>
              </c:pt>
              <c:pt idx="45">
                <c:v>0.03538601355508466</c:v>
              </c:pt>
              <c:pt idx="46">
                <c:v>0.04662609824425765</c:v>
              </c:pt>
              <c:pt idx="47">
                <c:v>0.10121313764270833</c:v>
              </c:pt>
              <c:pt idx="48">
                <c:v>0.17897630108276036</c:v>
              </c:pt>
              <c:pt idx="49">
                <c:v>0.29375181665264594</c:v>
              </c:pt>
              <c:pt idx="50">
                <c:v>0.43902735994154984</c:v>
              </c:pt>
              <c:pt idx="51">
                <c:v>0.5989303478031771</c:v>
              </c:pt>
              <c:pt idx="52">
                <c:v>0.7509017592072075</c:v>
              </c:pt>
              <c:pt idx="53">
                <c:v>0.8705774715633687</c:v>
              </c:pt>
              <c:pt idx="54">
                <c:v>0.9375502378789501</c:v>
              </c:pt>
              <c:pt idx="55">
                <c:v>0.9403881287027986</c:v>
              </c:pt>
              <c:pt idx="56">
                <c:v>0.8794735773483886</c:v>
              </c:pt>
              <c:pt idx="57">
                <c:v>0.7668465399395403</c:v>
              </c:pt>
              <c:pt idx="58">
                <c:v>0.623100160890575</c:v>
              </c:pt>
              <c:pt idx="59">
                <c:v>0.47222750788047835</c:v>
              </c:pt>
              <c:pt idx="60">
                <c:v>0.33589767602579523</c:v>
              </c:pt>
              <c:pt idx="61">
                <c:v>0.22877537640648485</c:v>
              </c:pt>
              <c:pt idx="62">
                <c:v>0.1561514346533242</c:v>
              </c:pt>
              <c:pt idx="63">
                <c:v>0.11443015863909657</c:v>
              </c:pt>
              <c:pt idx="64">
                <c:v>0.09414386852203954</c:v>
              </c:pt>
              <c:pt idx="65">
                <c:v>0.08439953004859047</c:v>
              </c:pt>
              <c:pt idx="66">
                <c:v>0.07722636344416071</c:v>
              </c:pt>
              <c:pt idx="67">
                <c:v>0.07022896308524655</c:v>
              </c:pt>
              <c:pt idx="68">
                <c:v>0.0670815448845881</c:v>
              </c:pt>
              <c:pt idx="69">
                <c:v>0.07683878060562728</c:v>
              </c:pt>
              <c:pt idx="70">
                <c:v>0.11100565341931162</c:v>
              </c:pt>
              <c:pt idx="71">
                <c:v>0.1790770699847117</c:v>
              </c:pt>
              <c:pt idx="72">
                <c:v>0.46844084577227435</c:v>
              </c:pt>
              <c:pt idx="73">
                <c:v>0.7905212320280083</c:v>
              </c:pt>
              <c:pt idx="74">
                <c:v>0.8884086052040127</c:v>
              </c:pt>
              <c:pt idx="75">
                <c:v>0.6740865994502397</c:v>
              </c:pt>
              <c:pt idx="76">
                <c:v>0.33291325433144414</c:v>
              </c:pt>
              <c:pt idx="77">
                <c:v>0.1067715495059067</c:v>
              </c:pt>
              <c:pt idx="78">
                <c:v>0.04708173104253051</c:v>
              </c:pt>
              <c:pt idx="79">
                <c:v>0.04968604019812678</c:v>
              </c:pt>
              <c:pt idx="80">
                <c:v>0.07023661176309742</c:v>
              </c:pt>
              <c:pt idx="81">
                <c:v>0.19824891262944627</c:v>
              </c:pt>
              <c:pt idx="82">
                <c:v>0.4992016014353388</c:v>
              </c:pt>
              <c:pt idx="83">
                <c:v>0.8315193293807647</c:v>
              </c:pt>
              <c:pt idx="84">
                <c:v>0.9378426628526685</c:v>
              </c:pt>
              <c:pt idx="85">
                <c:v>0.7297845753387691</c:v>
              </c:pt>
              <c:pt idx="86">
                <c:v>0.39242788129588607</c:v>
              </c:pt>
              <c:pt idx="87">
                <c:v>0.1674878637163854</c:v>
              </c:pt>
              <c:pt idx="88">
                <c:v>0.10633196872999154</c:v>
              </c:pt>
              <c:pt idx="89">
                <c:v>0.10486685431382348</c:v>
              </c:pt>
              <c:pt idx="90">
                <c:v>0.11892345828523423</c:v>
              </c:pt>
              <c:pt idx="91">
                <c:v>0.23830258059191578</c:v>
              </c:pt>
              <c:pt idx="92">
                <c:v>0.5288622059439838</c:v>
              </c:pt>
              <c:pt idx="93">
                <c:v>0.849483637736005</c:v>
              </c:pt>
              <c:pt idx="94">
                <c:v>0.9433213562101368</c:v>
              </c:pt>
              <c:pt idx="95">
                <c:v>0.7225369299353274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1.08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  <c:max val="95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scatterChart>
        <c:scatterStyle val="smooth"/>
        <c:ser>
          <c:idx val="0"/>
          <c:order val="0"/>
          <c:tx>
            <c:v>mixed-scene-response</c:v>
          </c:tx>
          <c:spPr>
            <a:ln xmlns:a="http://schemas.openxmlformats.org/drawingml/2006/main" w="19050">
              <a:solidFill>
                <a:srgbClr val="6E7780"/>
              </a:solidFill>
              <a:prstDash val="solid"/>
            </a:ln>
          </c:spPr>
          <c:marker>
            <c:symbol val="none"/>
            <c:size val="5"/>
          </c:marker>
          <c:xVal>
            <c:numLit>
              <c:formatCode>General</c:formatCode>
              <c:ptCount val="9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  <c:pt idx="48">
                <c:v>48</c:v>
              </c:pt>
              <c:pt idx="49">
                <c:v>49</c:v>
              </c:pt>
              <c:pt idx="50">
                <c:v>50</c:v>
              </c:pt>
              <c:pt idx="51">
                <c:v>51</c:v>
              </c:pt>
              <c:pt idx="52">
                <c:v>52</c:v>
              </c:pt>
              <c:pt idx="53">
                <c:v>53</c:v>
              </c:pt>
              <c:pt idx="54">
                <c:v>54</c:v>
              </c:pt>
              <c:pt idx="55">
                <c:v>55</c:v>
              </c:pt>
              <c:pt idx="56">
                <c:v>56</c:v>
              </c:pt>
              <c:pt idx="57">
                <c:v>57</c:v>
              </c:pt>
              <c:pt idx="58">
                <c:v>58</c:v>
              </c:pt>
              <c:pt idx="59">
                <c:v>59</c:v>
              </c:pt>
              <c:pt idx="60">
                <c:v>60</c:v>
              </c:pt>
              <c:pt idx="61">
                <c:v>61</c:v>
              </c:pt>
              <c:pt idx="62">
                <c:v>62</c:v>
              </c:pt>
              <c:pt idx="63">
                <c:v>63</c:v>
              </c:pt>
              <c:pt idx="64">
                <c:v>64</c:v>
              </c:pt>
              <c:pt idx="65">
                <c:v>65</c:v>
              </c:pt>
              <c:pt idx="66">
                <c:v>66</c:v>
              </c:pt>
              <c:pt idx="67">
                <c:v>67</c:v>
              </c:pt>
              <c:pt idx="68">
                <c:v>68</c:v>
              </c:pt>
              <c:pt idx="69">
                <c:v>69</c:v>
              </c:pt>
              <c:pt idx="70">
                <c:v>70</c:v>
              </c:pt>
              <c:pt idx="71">
                <c:v>71</c:v>
              </c:pt>
              <c:pt idx="72">
                <c:v>72</c:v>
              </c:pt>
              <c:pt idx="73">
                <c:v>73</c:v>
              </c:pt>
              <c:pt idx="74">
                <c:v>74</c:v>
              </c:pt>
              <c:pt idx="75">
                <c:v>75</c:v>
              </c:pt>
              <c:pt idx="76">
                <c:v>76</c:v>
              </c:pt>
              <c:pt idx="77">
                <c:v>77</c:v>
              </c:pt>
              <c:pt idx="78">
                <c:v>78</c:v>
              </c:pt>
              <c:pt idx="79">
                <c:v>79</c:v>
              </c:pt>
              <c:pt idx="80">
                <c:v>80</c:v>
              </c:pt>
              <c:pt idx="81">
                <c:v>81</c:v>
              </c:pt>
              <c:pt idx="82">
                <c:v>82</c:v>
              </c:pt>
              <c:pt idx="83">
                <c:v>83</c:v>
              </c:pt>
              <c:pt idx="84">
                <c:v>84</c:v>
              </c:pt>
              <c:pt idx="85">
                <c:v>85</c:v>
              </c:pt>
              <c:pt idx="86">
                <c:v>86</c:v>
              </c:pt>
              <c:pt idx="87">
                <c:v>87</c:v>
              </c:pt>
              <c:pt idx="88">
                <c:v>88</c:v>
              </c:pt>
              <c:pt idx="89">
                <c:v>89</c:v>
              </c:pt>
              <c:pt idx="90">
                <c:v>90</c:v>
              </c:pt>
              <c:pt idx="91">
                <c:v>91</c:v>
              </c:pt>
              <c:pt idx="92">
                <c:v>92</c:v>
              </c:pt>
              <c:pt idx="93">
                <c:v>93</c:v>
              </c:pt>
              <c:pt idx="94">
                <c:v>94</c:v>
              </c:pt>
              <c:pt idx="95">
                <c:v>95</c:v>
              </c:pt>
            </c:numLit>
          </c:xVal>
          <c:yVal>
            <c:numLit>
              <c:formatCode>General</c:formatCode>
              <c:ptCount val="96"/>
              <c:pt idx="0">
                <c:v>0.7416592214120366</c:v>
              </c:pt>
              <c:pt idx="1">
                <c:v>0.7312643294321539</c:v>
              </c:pt>
              <c:pt idx="2">
                <c:v>0.7169021013732089</c:v>
              </c:pt>
              <c:pt idx="3">
                <c:v>0.63526806038241</c:v>
              </c:pt>
              <c:pt idx="4">
                <c:v>0.5242820516291925</c:v>
              </c:pt>
              <c:pt idx="5">
                <c:v>0.4811136143142281</c:v>
              </c:pt>
              <c:pt idx="6">
                <c:v>0.47526701970146534</c:v>
              </c:pt>
              <c:pt idx="7">
                <c:v>0.38875176701839564</c:v>
              </c:pt>
              <c:pt idx="8">
                <c:v>0.2317833429861775</c:v>
              </c:pt>
              <c:pt idx="9">
                <c:v>0.12316238696776648</c:v>
              </c:pt>
              <c:pt idx="10">
                <c:v>0.09169471327532552</c:v>
              </c:pt>
              <c:pt idx="11">
                <c:v>0.09016540803365938</c:v>
              </c:pt>
              <c:pt idx="12">
                <c:v>0.1483891037528111</c:v>
              </c:pt>
              <c:pt idx="13">
                <c:v>0.3265342530111744</c:v>
              </c:pt>
              <c:pt idx="14">
                <c:v>0.5397146629476877</c:v>
              </c:pt>
              <c:pt idx="15">
                <c:v>0.6207362179958242</c:v>
              </c:pt>
              <c:pt idx="16">
                <c:v>0.5558225126150709</c:v>
              </c:pt>
              <c:pt idx="17">
                <c:v>0.4701482101226649</c:v>
              </c:pt>
              <c:pt idx="18">
                <c:v>0.417976101652348</c:v>
              </c:pt>
              <c:pt idx="19">
                <c:v>0.3769932614041388</c:v>
              </c:pt>
              <c:pt idx="20">
                <c:v>0.38477784547697863</c:v>
              </c:pt>
              <c:pt idx="21">
                <c:v>0.49394159609775584</c:v>
              </c:pt>
              <c:pt idx="22">
                <c:v>0.6139512954841135</c:v>
              </c:pt>
              <c:pt idx="23">
                <c:v>0.5903377485666274</c:v>
              </c:pt>
              <c:pt idx="24">
                <c:v>0.47553059781703844</c:v>
              </c:pt>
              <c:pt idx="25">
                <c:v>0.40629329090351207</c:v>
              </c:pt>
              <c:pt idx="26">
                <c:v>0.45879184519338473</c:v>
              </c:pt>
              <c:pt idx="27">
                <c:v>0.4905269024349291</c:v>
              </c:pt>
              <c:pt idx="28">
                <c:v>0.36933763368225664</c:v>
              </c:pt>
              <c:pt idx="29">
                <c:v>0.19680923290573263</c:v>
              </c:pt>
              <c:pt idx="30">
                <c:v>0.12048560463258111</c:v>
              </c:pt>
              <c:pt idx="31">
                <c:v>0.12965620186442045</c:v>
              </c:pt>
              <c:pt idx="32">
                <c:v>0.1972657616118467</c:v>
              </c:pt>
              <c:pt idx="33">
                <c:v>0.39502540202949665</c:v>
              </c:pt>
              <c:pt idx="34">
                <c:v>0.7104515512863266</c:v>
              </c:pt>
              <c:pt idx="35">
                <c:v>0.9188234398721238</c:v>
              </c:pt>
              <c:pt idx="36">
                <c:v>0.8514810789557352</c:v>
              </c:pt>
              <c:pt idx="37">
                <c:v>0.6257141003202017</c:v>
              </c:pt>
              <c:pt idx="38">
                <c:v>0.43187837069083107</c:v>
              </c:pt>
              <c:pt idx="39">
                <c:v>0.29543531144043433</c:v>
              </c:pt>
              <c:pt idx="40">
                <c:v>0.20077396815301887</c:v>
              </c:pt>
              <c:pt idx="41">
                <c:v>0.22061787183988735</c:v>
              </c:pt>
              <c:pt idx="42">
                <c:v>0.36171173257735467</c:v>
              </c:pt>
              <c:pt idx="43">
                <c:v>0.4459266347568769</c:v>
              </c:pt>
              <c:pt idx="44">
                <c:v>0.35672975283158187</c:v>
              </c:pt>
              <c:pt idx="45">
                <c:v>0.23455123764309044</c:v>
              </c:pt>
              <c:pt idx="46">
                <c:v>0.24107857744526862</c:v>
              </c:pt>
              <c:pt idx="47">
                <c:v>0.33286207178804406</c:v>
              </c:pt>
              <c:pt idx="48">
                <c:v>0.39782041606216734</c:v>
              </c:pt>
              <c:pt idx="49">
                <c:v>0.3224028879250031</c:v>
              </c:pt>
              <c:pt idx="50">
                <c:v>0.24223126912476772</c:v>
              </c:pt>
              <c:pt idx="51">
                <c:v>0.2665502624317008</c:v>
              </c:pt>
              <c:pt idx="52">
                <c:v>0.3523429534030429</c:v>
              </c:pt>
              <c:pt idx="53">
                <c:v>0.46129804168444477</c:v>
              </c:pt>
              <c:pt idx="54">
                <c:v>0.6365197613234488</c:v>
              </c:pt>
              <c:pt idx="55">
                <c:v>0.8458548454670839</c:v>
              </c:pt>
              <c:pt idx="56">
                <c:v>0.9250824546780112</c:v>
              </c:pt>
              <c:pt idx="57">
                <c:v>0.805880712342268</c:v>
              </c:pt>
              <c:pt idx="58">
                <c:v>0.6214609513093775</c:v>
              </c:pt>
              <c:pt idx="59">
                <c:v>0.4901527408861336</c:v>
              </c:pt>
              <c:pt idx="60">
                <c:v>0.38914772907692863</c:v>
              </c:pt>
              <c:pt idx="61">
                <c:v>0.30772833030726526</c:v>
              </c:pt>
              <c:pt idx="62">
                <c:v>0.31775208826357326</c:v>
              </c:pt>
              <c:pt idx="63">
                <c:v>0.41013269759190557</c:v>
              </c:pt>
              <c:pt idx="64">
                <c:v>0.4327596628187958</c:v>
              </c:pt>
              <c:pt idx="65">
                <c:v>0.31648474940302285</c:v>
              </c:pt>
              <c:pt idx="66">
                <c:v>0.18263521547842126</c:v>
              </c:pt>
              <c:pt idx="67">
                <c:v>0.13147501575602025</c:v>
              </c:pt>
              <c:pt idx="68">
                <c:v>0.12196359434862808</c:v>
              </c:pt>
              <c:pt idx="69">
                <c:v>0.13058375766777516</c:v>
              </c:pt>
              <c:pt idx="70">
                <c:v>0.22539818534886674</c:v>
              </c:pt>
              <c:pt idx="71">
                <c:v>0.4018074081267091</c:v>
              </c:pt>
              <c:pt idx="72">
                <c:v>0.645892600838603</c:v>
              </c:pt>
              <c:pt idx="73">
                <c:v>0.888892684153507</c:v>
              </c:pt>
              <c:pt idx="74">
                <c:v>0.9106181649576985</c:v>
              </c:pt>
              <c:pt idx="75">
                <c:v>0.6634198012867717</c:v>
              </c:pt>
              <c:pt idx="76">
                <c:v>0.34203057202164094</c:v>
              </c:pt>
              <c:pt idx="77">
                <c:v>0.14312311078804058</c:v>
              </c:pt>
              <c:pt idx="78">
                <c:v>0.0734274166554218</c:v>
              </c:pt>
              <c:pt idx="79">
                <c:v>0.05501520193066894</c:v>
              </c:pt>
              <c:pt idx="80">
                <c:v>0.09892653037991411</c:v>
              </c:pt>
              <c:pt idx="81">
                <c:v>0.27176772492506635</c:v>
              </c:pt>
              <c:pt idx="82">
                <c:v>0.5203656527241588</c:v>
              </c:pt>
              <c:pt idx="83">
                <c:v>0.6593734908542518</c:v>
              </c:pt>
              <c:pt idx="84">
                <c:v>0.5843277836424542</c:v>
              </c:pt>
              <c:pt idx="85">
                <c:v>0.39782568823243514</c:v>
              </c:pt>
              <c:pt idx="86">
                <c:v>0.26851028507597474</c:v>
              </c:pt>
              <c:pt idx="87">
                <c:v>0.24961655910601643</c:v>
              </c:pt>
              <c:pt idx="88">
                <c:v>0.2993672682188475</c:v>
              </c:pt>
              <c:pt idx="89">
                <c:v>0.4004887741976883</c:v>
              </c:pt>
              <c:pt idx="90">
                <c:v>0.5708502143822539</c:v>
              </c:pt>
              <c:pt idx="91">
                <c:v>0.7599790968699257</c:v>
              </c:pt>
              <c:pt idx="92">
                <c:v>0.8457027751678483</c:v>
              </c:pt>
              <c:pt idx="93">
                <c:v>0.7640790042572738</c:v>
              </c:pt>
              <c:pt idx="94">
                <c:v>0.5752011184003393</c:v>
              </c:pt>
              <c:pt idx="95">
                <c:v>0.3755354362848511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1.08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  <c:max val="95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scatterChart>
        <c:scatterStyle val="smooth"/>
        <c:ser>
          <c:idx val="0"/>
          <c:order val="0"/>
          <c:tx>
            <c:v>person-response-1</c:v>
          </c:tx>
          <c:spPr>
            <a:ln xmlns:a="http://schemas.openxmlformats.org/drawingml/2006/main" w="17145">
              <a:solidFill>
                <a:srgbClr val="667784"/>
              </a:solidFill>
              <a:prstDash val="solid"/>
            </a:ln>
          </c:spPr>
          <c:marker>
            <c:symbol val="none"/>
            <c:size val="5"/>
          </c:marker>
          <c:xVal>
            <c:numLit>
              <c:formatCode>General</c:formatCode>
              <c:ptCount val="9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  <c:pt idx="48">
                <c:v>48</c:v>
              </c:pt>
              <c:pt idx="49">
                <c:v>49</c:v>
              </c:pt>
              <c:pt idx="50">
                <c:v>50</c:v>
              </c:pt>
              <c:pt idx="51">
                <c:v>51</c:v>
              </c:pt>
              <c:pt idx="52">
                <c:v>52</c:v>
              </c:pt>
              <c:pt idx="53">
                <c:v>53</c:v>
              </c:pt>
              <c:pt idx="54">
                <c:v>54</c:v>
              </c:pt>
              <c:pt idx="55">
                <c:v>55</c:v>
              </c:pt>
              <c:pt idx="56">
                <c:v>56</c:v>
              </c:pt>
              <c:pt idx="57">
                <c:v>57</c:v>
              </c:pt>
              <c:pt idx="58">
                <c:v>58</c:v>
              </c:pt>
              <c:pt idx="59">
                <c:v>59</c:v>
              </c:pt>
              <c:pt idx="60">
                <c:v>60</c:v>
              </c:pt>
              <c:pt idx="61">
                <c:v>61</c:v>
              </c:pt>
              <c:pt idx="62">
                <c:v>62</c:v>
              </c:pt>
              <c:pt idx="63">
                <c:v>63</c:v>
              </c:pt>
              <c:pt idx="64">
                <c:v>64</c:v>
              </c:pt>
              <c:pt idx="65">
                <c:v>65</c:v>
              </c:pt>
              <c:pt idx="66">
                <c:v>66</c:v>
              </c:pt>
              <c:pt idx="67">
                <c:v>67</c:v>
              </c:pt>
              <c:pt idx="68">
                <c:v>68</c:v>
              </c:pt>
              <c:pt idx="69">
                <c:v>69</c:v>
              </c:pt>
              <c:pt idx="70">
                <c:v>70</c:v>
              </c:pt>
              <c:pt idx="71">
                <c:v>71</c:v>
              </c:pt>
              <c:pt idx="72">
                <c:v>72</c:v>
              </c:pt>
              <c:pt idx="73">
                <c:v>73</c:v>
              </c:pt>
              <c:pt idx="74">
                <c:v>74</c:v>
              </c:pt>
              <c:pt idx="75">
                <c:v>75</c:v>
              </c:pt>
              <c:pt idx="76">
                <c:v>76</c:v>
              </c:pt>
              <c:pt idx="77">
                <c:v>77</c:v>
              </c:pt>
              <c:pt idx="78">
                <c:v>78</c:v>
              </c:pt>
              <c:pt idx="79">
                <c:v>79</c:v>
              </c:pt>
              <c:pt idx="80">
                <c:v>80</c:v>
              </c:pt>
              <c:pt idx="81">
                <c:v>81</c:v>
              </c:pt>
              <c:pt idx="82">
                <c:v>82</c:v>
              </c:pt>
              <c:pt idx="83">
                <c:v>83</c:v>
              </c:pt>
              <c:pt idx="84">
                <c:v>84</c:v>
              </c:pt>
              <c:pt idx="85">
                <c:v>85</c:v>
              </c:pt>
              <c:pt idx="86">
                <c:v>86</c:v>
              </c:pt>
              <c:pt idx="87">
                <c:v>87</c:v>
              </c:pt>
              <c:pt idx="88">
                <c:v>88</c:v>
              </c:pt>
              <c:pt idx="89">
                <c:v>89</c:v>
              </c:pt>
              <c:pt idx="90">
                <c:v>90</c:v>
              </c:pt>
              <c:pt idx="91">
                <c:v>91</c:v>
              </c:pt>
              <c:pt idx="92">
                <c:v>92</c:v>
              </c:pt>
              <c:pt idx="93">
                <c:v>93</c:v>
              </c:pt>
              <c:pt idx="94">
                <c:v>94</c:v>
              </c:pt>
              <c:pt idx="95">
                <c:v>95</c:v>
              </c:pt>
            </c:numLit>
          </c:xVal>
          <c:yVal>
            <c:numLit>
              <c:formatCode>General</c:formatCode>
              <c:ptCount val="96"/>
              <c:pt idx="0">
                <c:v>0.651871233229753</c:v>
              </c:pt>
              <c:pt idx="1">
                <c:v>0.8679850101283897</c:v>
              </c:pt>
              <c:pt idx="2">
                <c:v>0.9500474094780865</c:v>
              </c:pt>
              <c:pt idx="3">
                <c:v>0.8613003967057922</c:v>
              </c:pt>
              <c:pt idx="4">
                <c:v>0.6467619033516013</c:v>
              </c:pt>
              <c:pt idx="5">
                <c:v>0.4037154409481203</c:v>
              </c:pt>
              <c:pt idx="6">
                <c:v>0.22075359239655978</c:v>
              </c:pt>
              <c:pt idx="7">
                <c:v>0.12992433903656703</c:v>
              </c:pt>
              <c:pt idx="8">
                <c:v>0.10477169071032875</c:v>
              </c:pt>
              <c:pt idx="9">
                <c:v>0.10038752535016304</c:v>
              </c:pt>
              <c:pt idx="10">
                <c:v>0.09836817831791803</c:v>
              </c:pt>
              <c:pt idx="11">
                <c:v>0.12187527370835256</c:v>
              </c:pt>
              <c:pt idx="12">
                <c:v>0.2166067283353899</c:v>
              </c:pt>
              <c:pt idx="13">
                <c:v>0.40409003945525684</c:v>
              </c:pt>
              <c:pt idx="14">
                <c:v>0.6449735495040029</c:v>
              </c:pt>
              <c:pt idx="15">
                <c:v>0.8467921146403659</c:v>
              </c:pt>
              <c:pt idx="16">
                <c:v>0.9154904792842263</c:v>
              </c:pt>
              <c:pt idx="17">
                <c:v>0.8148978000986966</c:v>
              </c:pt>
              <c:pt idx="18">
                <c:v>0.590552485535035</c:v>
              </c:pt>
              <c:pt idx="19">
                <c:v>0.3401689409087194</c:v>
              </c:pt>
              <c:pt idx="20">
                <c:v>0.15266212709101923</c:v>
              </c:pt>
              <c:pt idx="21">
                <c:v>0.060279722880597096</c:v>
              </c:pt>
              <c:pt idx="22">
                <c:v>0.03663398072659843</c:v>
              </c:pt>
              <c:pt idx="23">
                <c:v>0.03675056786093997</c:v>
              </c:pt>
              <c:pt idx="24">
                <c:v>0.05873494289989413</c:v>
              </c:pt>
              <c:pt idx="25">
                <c:v>0.26281800725437404</c:v>
              </c:pt>
              <c:pt idx="26">
                <c:v>0.6845997419968285</c:v>
              </c:pt>
              <c:pt idx="27">
                <c:v>0.9156576774250632</c:v>
              </c:pt>
              <c:pt idx="28">
                <c:v>0.6709449364195064</c:v>
              </c:pt>
              <c:pt idx="29">
                <c:v>0.26716332913415186</c:v>
              </c:pt>
              <c:pt idx="30">
                <c:v>0.09225566758455478</c:v>
              </c:pt>
              <c:pt idx="31">
                <c:v>0.08448908243769783</c:v>
              </c:pt>
              <c:pt idx="32">
                <c:v>0.10978768629075386</c:v>
              </c:pt>
              <c:pt idx="33">
                <c:v>0.31494181531309745</c:v>
              </c:pt>
              <c:pt idx="34">
                <c:v>0.7355043899551255</c:v>
              </c:pt>
              <c:pt idx="35">
                <c:v>0.9631065081790637</c:v>
              </c:pt>
              <c:pt idx="36">
                <c:v>0.7128531351510622</c:v>
              </c:pt>
              <c:pt idx="37">
                <c:v>0.3016895262598854</c:v>
              </c:pt>
              <c:pt idx="38">
                <c:v>0.11788284516665526</c:v>
              </c:pt>
              <c:pt idx="39">
                <c:v>0.10009122917680233</c:v>
              </c:pt>
              <c:pt idx="40">
                <c:v>0.11467927240246695</c:v>
              </c:pt>
              <c:pt idx="41">
                <c:v>0.3089079134525762</c:v>
              </c:pt>
              <c:pt idx="42">
                <c:v>0.7188101187314079</c:v>
              </c:pt>
              <c:pt idx="43">
                <c:v>0.9364853833284098</c:v>
              </c:pt>
              <c:pt idx="44">
                <c:v>0.6774748401974384</c:v>
              </c:pt>
              <c:pt idx="45">
                <c:v>0.2591085187607969</c:v>
              </c:pt>
              <c:pt idx="46">
                <c:v>0.06997005669186145</c:v>
              </c:pt>
              <c:pt idx="47">
                <c:v>0.048951859997914696</c:v>
              </c:pt>
              <c:pt idx="48">
                <c:v>0.04417309561849491</c:v>
              </c:pt>
              <c:pt idx="49">
                <c:v>0.04754604089629233</c:v>
              </c:pt>
              <c:pt idx="50">
                <c:v>0.07387944972841157</c:v>
              </c:pt>
              <c:pt idx="51">
                <c:v>0.13965990365387343</c:v>
              </c:pt>
              <c:pt idx="52">
                <c:v>0.25399129452497143</c:v>
              </c:pt>
              <c:pt idx="53">
                <c:v>0.41144851889831746</c:v>
              </c:pt>
              <c:pt idx="54">
                <c:v>0.5901584876616149</c:v>
              </c:pt>
              <c:pt idx="55">
                <c:v>0.7563478939047691</c:v>
              </c:pt>
              <c:pt idx="56">
                <c:v>0.8740036913639805</c:v>
              </c:pt>
              <c:pt idx="57">
                <c:v>0.9161986273834439</c:v>
              </c:pt>
              <c:pt idx="58">
                <c:v>0.8738793535367971</c:v>
              </c:pt>
              <c:pt idx="59">
                <c:v>0.7588088492679732</c:v>
              </c:pt>
              <c:pt idx="60">
                <c:v>0.5995523932005771</c:v>
              </c:pt>
              <c:pt idx="61">
                <c:v>0.4320319119392765</c:v>
              </c:pt>
              <c:pt idx="62">
                <c:v>0.2882073265329985</c:v>
              </c:pt>
              <c:pt idx="63">
                <c:v>0.18707560649979105</c:v>
              </c:pt>
              <c:pt idx="64">
                <c:v>0.1311673168708004</c:v>
              </c:pt>
              <c:pt idx="65">
                <c:v>0.1094784205678207</c:v>
              </c:pt>
              <c:pt idx="66">
                <c:v>0.10519857268769468</c:v>
              </c:pt>
              <c:pt idx="67">
                <c:v>0.10469168781278008</c:v>
              </c:pt>
              <c:pt idx="68">
                <c:v>0.10355139007106012</c:v>
              </c:pt>
              <c:pt idx="69">
                <c:v>0.10795382835783249</c:v>
              </c:pt>
              <c:pt idx="70">
                <c:v>0.1326625225307925</c:v>
              </c:pt>
              <c:pt idx="71">
                <c:v>0.19423544111875263</c:v>
              </c:pt>
              <c:pt idx="72">
                <c:v>0.49611246755305455</c:v>
              </c:pt>
              <c:pt idx="73">
                <c:v>0.8459171168291428</c:v>
              </c:pt>
              <c:pt idx="74">
                <c:v>0.9048169675940834</c:v>
              </c:pt>
              <c:pt idx="75">
                <c:v>0.6026237639195411</c:v>
              </c:pt>
              <c:pt idx="76">
                <c:v>0.2374604606917754</c:v>
              </c:pt>
              <c:pt idx="77">
                <c:v>0.06756522578886448</c:v>
              </c:pt>
              <c:pt idx="78">
                <c:v>0.043209383927428714</c:v>
              </c:pt>
              <c:pt idx="79">
                <c:v>0.04431596261117865</c:v>
              </c:pt>
              <c:pt idx="80">
                <c:v>0.14088291784607837</c:v>
              </c:pt>
              <c:pt idx="81">
                <c:v>0.44795453863521556</c:v>
              </c:pt>
              <c:pt idx="82">
                <c:v>0.8050697535603515</c:v>
              </c:pt>
              <c:pt idx="83">
                <c:v>0.8730749283882334</c:v>
              </c:pt>
              <c:pt idx="84">
                <c:v>0.5813817359089168</c:v>
              </c:pt>
              <c:pt idx="85">
                <c:v>0.22765177972596776</c:v>
              </c:pt>
              <c:pt idx="86">
                <c:v>0.0696208673650356</c:v>
              </c:pt>
              <c:pt idx="87">
                <c:v>0.05703902691541331</c:v>
              </c:pt>
              <c:pt idx="88">
                <c:v>0.06931195779870186</c:v>
              </c:pt>
              <c:pt idx="89">
                <c:v>0.1759469869334796</c:v>
              </c:pt>
              <c:pt idx="90">
                <c:v>0.49154603057469565</c:v>
              </c:pt>
              <c:pt idx="91">
                <c:v>0.8552733379444731</c:v>
              </c:pt>
              <c:pt idx="92">
                <c:v>0.9276847515640236</c:v>
              </c:pt>
              <c:pt idx="93">
                <c:v>0.6379983421518775</c:v>
              </c:pt>
              <c:pt idx="94">
                <c:v>0.28378753893493364</c:v>
              </c:pt>
              <c:pt idx="95">
                <c:v>0.12280927697783264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1.08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  <c:max val="95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scatterChart>
        <c:scatterStyle val="smooth"/>
        <c:ser>
          <c:idx val="0"/>
          <c:order val="0"/>
          <c:tx>
            <c:v>person-response-2</c:v>
          </c:tx>
          <c:spPr>
            <a:ln xmlns:a="http://schemas.openxmlformats.org/drawingml/2006/main" w="17145">
              <a:solidFill>
                <a:srgbClr val="756D78"/>
              </a:solidFill>
              <a:prstDash val="solid"/>
            </a:ln>
          </c:spPr>
          <c:marker>
            <c:symbol val="none"/>
            <c:size val="5"/>
          </c:marker>
          <c:xVal>
            <c:numLit>
              <c:formatCode>General</c:formatCode>
              <c:ptCount val="9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  <c:pt idx="48">
                <c:v>48</c:v>
              </c:pt>
              <c:pt idx="49">
                <c:v>49</c:v>
              </c:pt>
              <c:pt idx="50">
                <c:v>50</c:v>
              </c:pt>
              <c:pt idx="51">
                <c:v>51</c:v>
              </c:pt>
              <c:pt idx="52">
                <c:v>52</c:v>
              </c:pt>
              <c:pt idx="53">
                <c:v>53</c:v>
              </c:pt>
              <c:pt idx="54">
                <c:v>54</c:v>
              </c:pt>
              <c:pt idx="55">
                <c:v>55</c:v>
              </c:pt>
              <c:pt idx="56">
                <c:v>56</c:v>
              </c:pt>
              <c:pt idx="57">
                <c:v>57</c:v>
              </c:pt>
              <c:pt idx="58">
                <c:v>58</c:v>
              </c:pt>
              <c:pt idx="59">
                <c:v>59</c:v>
              </c:pt>
              <c:pt idx="60">
                <c:v>60</c:v>
              </c:pt>
              <c:pt idx="61">
                <c:v>61</c:v>
              </c:pt>
              <c:pt idx="62">
                <c:v>62</c:v>
              </c:pt>
              <c:pt idx="63">
                <c:v>63</c:v>
              </c:pt>
              <c:pt idx="64">
                <c:v>64</c:v>
              </c:pt>
              <c:pt idx="65">
                <c:v>65</c:v>
              </c:pt>
              <c:pt idx="66">
                <c:v>66</c:v>
              </c:pt>
              <c:pt idx="67">
                <c:v>67</c:v>
              </c:pt>
              <c:pt idx="68">
                <c:v>68</c:v>
              </c:pt>
              <c:pt idx="69">
                <c:v>69</c:v>
              </c:pt>
              <c:pt idx="70">
                <c:v>70</c:v>
              </c:pt>
              <c:pt idx="71">
                <c:v>71</c:v>
              </c:pt>
              <c:pt idx="72">
                <c:v>72</c:v>
              </c:pt>
              <c:pt idx="73">
                <c:v>73</c:v>
              </c:pt>
              <c:pt idx="74">
                <c:v>74</c:v>
              </c:pt>
              <c:pt idx="75">
                <c:v>75</c:v>
              </c:pt>
              <c:pt idx="76">
                <c:v>76</c:v>
              </c:pt>
              <c:pt idx="77">
                <c:v>77</c:v>
              </c:pt>
              <c:pt idx="78">
                <c:v>78</c:v>
              </c:pt>
              <c:pt idx="79">
                <c:v>79</c:v>
              </c:pt>
              <c:pt idx="80">
                <c:v>80</c:v>
              </c:pt>
              <c:pt idx="81">
                <c:v>81</c:v>
              </c:pt>
              <c:pt idx="82">
                <c:v>82</c:v>
              </c:pt>
              <c:pt idx="83">
                <c:v>83</c:v>
              </c:pt>
              <c:pt idx="84">
                <c:v>84</c:v>
              </c:pt>
              <c:pt idx="85">
                <c:v>85</c:v>
              </c:pt>
              <c:pt idx="86">
                <c:v>86</c:v>
              </c:pt>
              <c:pt idx="87">
                <c:v>87</c:v>
              </c:pt>
              <c:pt idx="88">
                <c:v>88</c:v>
              </c:pt>
              <c:pt idx="89">
                <c:v>89</c:v>
              </c:pt>
              <c:pt idx="90">
                <c:v>90</c:v>
              </c:pt>
              <c:pt idx="91">
                <c:v>91</c:v>
              </c:pt>
              <c:pt idx="92">
                <c:v>92</c:v>
              </c:pt>
              <c:pt idx="93">
                <c:v>93</c:v>
              </c:pt>
              <c:pt idx="94">
                <c:v>94</c:v>
              </c:pt>
              <c:pt idx="95">
                <c:v>95</c:v>
              </c:pt>
            </c:numLit>
          </c:xVal>
          <c:yVal>
            <c:numLit>
              <c:formatCode>General</c:formatCode>
              <c:ptCount val="96"/>
              <c:pt idx="0">
                <c:v>0.9590192917612548</c:v>
              </c:pt>
              <c:pt idx="1">
                <c:v>0.9109185624555864</c:v>
              </c:pt>
              <c:pt idx="2">
                <c:v>0.8013901454073372</c:v>
              </c:pt>
              <c:pt idx="3">
                <c:v>0.6521293922454183</c:v>
              </c:pt>
              <c:pt idx="4">
                <c:v>0.490396096280186</c:v>
              </c:pt>
              <c:pt idx="5">
                <c:v>0.34187610158423365</c:v>
              </c:pt>
              <c:pt idx="6">
                <c:v>0.22453320552358402</c:v>
              </c:pt>
              <c:pt idx="7">
                <c:v>0.14528119010633142</c:v>
              </c:pt>
              <c:pt idx="8">
                <c:v>0.10034226496726772</c:v>
              </c:pt>
              <c:pt idx="9">
                <c:v>0.07892492856483979</c:v>
              </c:pt>
              <c:pt idx="10">
                <c:v>0.06875770374002865</c:v>
              </c:pt>
              <c:pt idx="11">
                <c:v>0.06139555455853626</c:v>
              </c:pt>
              <c:pt idx="12">
                <c:v>0.05517840915858969</c:v>
              </c:pt>
              <c:pt idx="13">
                <c:v>0.0556263609941358</c:v>
              </c:pt>
              <c:pt idx="14">
                <c:v>0.07406489150820852</c:v>
              </c:pt>
              <c:pt idx="15">
                <c:v>0.12334756851854083</c:v>
              </c:pt>
              <c:pt idx="16">
                <c:v>0.21214954292165317</c:v>
              </c:pt>
              <c:pt idx="17">
                <c:v>0.34002155716642657</c:v>
              </c:pt>
              <c:pt idx="18">
                <c:v>0.49507982143498597</c:v>
              </c:pt>
              <c:pt idx="19">
                <c:v>0.6553406036687337</c:v>
              </c:pt>
              <c:pt idx="20">
                <c:v>0.7934994945367854</c:v>
              </c:pt>
              <c:pt idx="21">
                <c:v>0.883795778404195</c:v>
              </c:pt>
              <c:pt idx="22">
                <c:v>0.9088767745293646</c:v>
              </c:pt>
              <c:pt idx="23">
                <c:v>0.8645289182585243</c:v>
              </c:pt>
              <c:pt idx="24">
                <c:v>0.6600949220390946</c:v>
              </c:pt>
              <c:pt idx="25">
                <c:v>0.40033047257226506</c:v>
              </c:pt>
              <c:pt idx="26">
                <c:v>0.20121327750765255</c:v>
              </c:pt>
              <c:pt idx="27">
                <c:v>0.10932520869650629</c:v>
              </c:pt>
              <c:pt idx="28">
                <c:v>0.09279470953975505</c:v>
              </c:pt>
              <c:pt idx="29">
                <c:v>0.09713280836398629</c:v>
              </c:pt>
              <c:pt idx="30">
                <c:v>0.10664835534828247</c:v>
              </c:pt>
              <c:pt idx="31">
                <c:v>0.15912845943656198</c:v>
              </c:pt>
              <c:pt idx="32">
                <c:v>0.30751133055265234</c:v>
              </c:pt>
              <c:pt idx="33">
                <c:v>0.5519119260321984</c:v>
              </c:pt>
              <c:pt idx="34">
                <c:v>0.8083523730669598</c:v>
              </c:pt>
              <c:pt idx="35">
                <c:v>0.951594787674848</c:v>
              </c:pt>
              <c:pt idx="36">
                <c:v>0.9020227185591321</c:v>
              </c:pt>
              <c:pt idx="37">
                <c:v>0.6848087880999414</c:v>
              </c:pt>
              <c:pt idx="38">
                <c:v>0.4111785223313753</c:v>
              </c:pt>
              <c:pt idx="39">
                <c:v>0.19771886750455658</c:v>
              </c:pt>
              <c:pt idx="40">
                <c:v>0.09164187691389747</c:v>
              </c:pt>
              <c:pt idx="41">
                <c:v>0.06169942922542106</c:v>
              </c:pt>
              <c:pt idx="42">
                <c:v>0.05399184924773169</c:v>
              </c:pt>
              <c:pt idx="43">
                <c:v>0.05335725224952145</c:v>
              </c:pt>
              <c:pt idx="44">
                <c:v>0.09802872593213681</c:v>
              </c:pt>
              <c:pt idx="45">
                <c:v>0.24128757715394503</c:v>
              </c:pt>
              <c:pt idx="46">
                <c:v>0.4834739033106157</c:v>
              </c:pt>
              <c:pt idx="47">
                <c:v>0.7407071225370625</c:v>
              </c:pt>
              <c:pt idx="48">
                <c:v>0.8829376363964302</c:v>
              </c:pt>
              <c:pt idx="49">
                <c:v>0.5664674145891182</c:v>
              </c:pt>
              <c:pt idx="50">
                <c:v>0.18312836315147185</c:v>
              </c:pt>
              <c:pt idx="51">
                <c:v>0.051932083877259186</c:v>
              </c:pt>
              <c:pt idx="52">
                <c:v>0.051254156588028024</c:v>
              </c:pt>
              <c:pt idx="53">
                <c:v>0.09321652064235768</c:v>
              </c:pt>
              <c:pt idx="54">
                <c:v>0.35059668114136266</c:v>
              </c:pt>
              <c:pt idx="55">
                <c:v>0.7778963070937237</c:v>
              </c:pt>
              <c:pt idx="56">
                <c:v>0.9269235395205517</c:v>
              </c:pt>
              <c:pt idx="57">
                <c:v>0.6153173761673633</c:v>
              </c:pt>
              <c:pt idx="58">
                <c:v>0.2346960052405756</c:v>
              </c:pt>
              <c:pt idx="59">
                <c:v>0.10395161862416183</c:v>
              </c:pt>
              <c:pt idx="60">
                <c:v>0.10143994080299801</c:v>
              </c:pt>
              <c:pt idx="61">
                <c:v>0.1393634827792874</c:v>
              </c:pt>
              <c:pt idx="62">
                <c:v>0.3906772081074381</c:v>
              </c:pt>
              <c:pt idx="63">
                <c:v>0.8101493338593048</c:v>
              </c:pt>
              <c:pt idx="64">
                <c:v>0.9499319270948003</c:v>
              </c:pt>
              <c:pt idx="65">
                <c:v>0.6280701780929268</c:v>
              </c:pt>
              <c:pt idx="66">
                <c:v>0.23663288673143723</c:v>
              </c:pt>
              <c:pt idx="67">
                <c:v>0.09498747665103532</c:v>
              </c:pt>
              <c:pt idx="68">
                <c:v>0.081968643364749</c:v>
              </c:pt>
              <c:pt idx="69">
                <c:v>0.11024056306361886</c:v>
              </c:pt>
              <c:pt idx="70">
                <c:v>0.3531822739277758</c:v>
              </c:pt>
              <c:pt idx="71">
                <c:v>0.7659298440284648</c:v>
              </c:pt>
              <c:pt idx="72">
                <c:v>0.882481137917665</c:v>
              </c:pt>
              <c:pt idx="73">
                <c:v>0.9044464876819182</c:v>
              </c:pt>
              <c:pt idx="74">
                <c:v>0.823658284460497</c:v>
              </c:pt>
              <c:pt idx="75">
                <c:v>0.6629138011343936</c:v>
              </c:pt>
              <c:pt idx="76">
                <c:v>0.4667757972063821</c:v>
              </c:pt>
              <c:pt idx="77">
                <c:v>0.28399153150018297</c:v>
              </c:pt>
              <c:pt idx="78">
                <c:v>0.14958572961264283</c:v>
              </c:pt>
              <c:pt idx="79">
                <c:v>0.07460422527493057</c:v>
              </c:pt>
              <c:pt idx="80">
                <c:v>0.04759418453755553</c:v>
              </c:pt>
              <c:pt idx="81">
                <c:v>0.04612024764700557</c:v>
              </c:pt>
              <c:pt idx="82">
                <c:v>0.05172095335516021</c:v>
              </c:pt>
              <c:pt idx="83">
                <c:v>0.05988306412357864</c:v>
              </c:pt>
              <c:pt idx="84">
                <c:v>0.08179149254934776</c:v>
              </c:pt>
              <c:pt idx="85">
                <c:v>0.13901136002058537</c:v>
              </c:pt>
              <c:pt idx="86">
                <c:v>0.25022435023697764</c:v>
              </c:pt>
              <c:pt idx="87">
                <c:v>0.41688070380533704</c:v>
              </c:pt>
              <c:pt idx="88">
                <c:v>0.615832521495766</c:v>
              </c:pt>
              <c:pt idx="89">
                <c:v>0.8035262511175055</c:v>
              </c:pt>
              <c:pt idx="90">
                <c:v>0.9306769624135184</c:v>
              </c:pt>
              <c:pt idx="91">
                <c:v>0.9611240932280063</c:v>
              </c:pt>
              <c:pt idx="92">
                <c:v>0.8863273607578737</c:v>
              </c:pt>
              <c:pt idx="93">
                <c:v>0.7288207836203858</c:v>
              </c:pt>
              <c:pt idx="94">
                <c:v>0.5330248536439719</c:v>
              </c:pt>
              <c:pt idx="95">
                <c:v>0.34767179954872485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1.08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  <c:max val="95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scatterChart>
        <c:scatterStyle val="smooth"/>
        <c:ser>
          <c:idx val="0"/>
          <c:order val="0"/>
          <c:tx>
            <c:v>person-response-3</c:v>
          </c:tx>
          <c:spPr>
            <a:ln xmlns:a="http://schemas.openxmlformats.org/drawingml/2006/main" w="17145">
              <a:solidFill>
                <a:srgbClr val="667C70"/>
              </a:solidFill>
              <a:prstDash val="solid"/>
            </a:ln>
          </c:spPr>
          <c:marker>
            <c:symbol val="none"/>
            <c:size val="5"/>
          </c:marker>
          <c:xVal>
            <c:numLit>
              <c:formatCode>General</c:formatCode>
              <c:ptCount val="9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  <c:pt idx="48">
                <c:v>48</c:v>
              </c:pt>
              <c:pt idx="49">
                <c:v>49</c:v>
              </c:pt>
              <c:pt idx="50">
                <c:v>50</c:v>
              </c:pt>
              <c:pt idx="51">
                <c:v>51</c:v>
              </c:pt>
              <c:pt idx="52">
                <c:v>52</c:v>
              </c:pt>
              <c:pt idx="53">
                <c:v>53</c:v>
              </c:pt>
              <c:pt idx="54">
                <c:v>54</c:v>
              </c:pt>
              <c:pt idx="55">
                <c:v>55</c:v>
              </c:pt>
              <c:pt idx="56">
                <c:v>56</c:v>
              </c:pt>
              <c:pt idx="57">
                <c:v>57</c:v>
              </c:pt>
              <c:pt idx="58">
                <c:v>58</c:v>
              </c:pt>
              <c:pt idx="59">
                <c:v>59</c:v>
              </c:pt>
              <c:pt idx="60">
                <c:v>60</c:v>
              </c:pt>
              <c:pt idx="61">
                <c:v>61</c:v>
              </c:pt>
              <c:pt idx="62">
                <c:v>62</c:v>
              </c:pt>
              <c:pt idx="63">
                <c:v>63</c:v>
              </c:pt>
              <c:pt idx="64">
                <c:v>64</c:v>
              </c:pt>
              <c:pt idx="65">
                <c:v>65</c:v>
              </c:pt>
              <c:pt idx="66">
                <c:v>66</c:v>
              </c:pt>
              <c:pt idx="67">
                <c:v>67</c:v>
              </c:pt>
              <c:pt idx="68">
                <c:v>68</c:v>
              </c:pt>
              <c:pt idx="69">
                <c:v>69</c:v>
              </c:pt>
              <c:pt idx="70">
                <c:v>70</c:v>
              </c:pt>
              <c:pt idx="71">
                <c:v>71</c:v>
              </c:pt>
              <c:pt idx="72">
                <c:v>72</c:v>
              </c:pt>
              <c:pt idx="73">
                <c:v>73</c:v>
              </c:pt>
              <c:pt idx="74">
                <c:v>74</c:v>
              </c:pt>
              <c:pt idx="75">
                <c:v>75</c:v>
              </c:pt>
              <c:pt idx="76">
                <c:v>76</c:v>
              </c:pt>
              <c:pt idx="77">
                <c:v>77</c:v>
              </c:pt>
              <c:pt idx="78">
                <c:v>78</c:v>
              </c:pt>
              <c:pt idx="79">
                <c:v>79</c:v>
              </c:pt>
              <c:pt idx="80">
                <c:v>80</c:v>
              </c:pt>
              <c:pt idx="81">
                <c:v>81</c:v>
              </c:pt>
              <c:pt idx="82">
                <c:v>82</c:v>
              </c:pt>
              <c:pt idx="83">
                <c:v>83</c:v>
              </c:pt>
              <c:pt idx="84">
                <c:v>84</c:v>
              </c:pt>
              <c:pt idx="85">
                <c:v>85</c:v>
              </c:pt>
              <c:pt idx="86">
                <c:v>86</c:v>
              </c:pt>
              <c:pt idx="87">
                <c:v>87</c:v>
              </c:pt>
              <c:pt idx="88">
                <c:v>88</c:v>
              </c:pt>
              <c:pt idx="89">
                <c:v>89</c:v>
              </c:pt>
              <c:pt idx="90">
                <c:v>90</c:v>
              </c:pt>
              <c:pt idx="91">
                <c:v>91</c:v>
              </c:pt>
              <c:pt idx="92">
                <c:v>92</c:v>
              </c:pt>
              <c:pt idx="93">
                <c:v>93</c:v>
              </c:pt>
              <c:pt idx="94">
                <c:v>94</c:v>
              </c:pt>
              <c:pt idx="95">
                <c:v>95</c:v>
              </c:pt>
            </c:numLit>
          </c:xVal>
          <c:yVal>
            <c:numLit>
              <c:formatCode>General</c:formatCode>
              <c:ptCount val="96"/>
              <c:pt idx="0">
                <c:v>0.4613273193846724</c:v>
              </c:pt>
              <c:pt idx="1">
                <c:v>0.1621268522504736</c:v>
              </c:pt>
              <c:pt idx="2">
                <c:v>0.10128014988282455</c:v>
              </c:pt>
              <c:pt idx="3">
                <c:v>0.0991497402227392</c:v>
              </c:pt>
              <c:pt idx="4">
                <c:v>0.19104693211382584</c:v>
              </c:pt>
              <c:pt idx="5">
                <c:v>0.5370926644251685</c:v>
              </c:pt>
              <c:pt idx="6">
                <c:v>0.8978734272562191</c:v>
              </c:pt>
              <c:pt idx="7">
                <c:v>0.8347484406894726</c:v>
              </c:pt>
              <c:pt idx="8">
                <c:v>0.42019991116907046</c:v>
              </c:pt>
              <c:pt idx="9">
                <c:v>0.11522719956232268</c:v>
              </c:pt>
              <c:pt idx="10">
                <c:v>0.050668937660752464</c:v>
              </c:pt>
              <c:pt idx="11">
                <c:v>0.04705073254118748</c:v>
              </c:pt>
              <c:pt idx="12">
                <c:v>0.1397492640578822</c:v>
              </c:pt>
              <c:pt idx="13">
                <c:v>0.48885026168278045</c:v>
              </c:pt>
              <c:pt idx="14">
                <c:v>0.8548059727469022</c:v>
              </c:pt>
              <c:pt idx="15">
                <c:v>0.7987482395746819</c:v>
              </c:pt>
              <c:pt idx="16">
                <c:v>0.392848746425287</c:v>
              </c:pt>
              <c:pt idx="17">
                <c:v>0.09772683133084961</c:v>
              </c:pt>
              <c:pt idx="18">
                <c:v>0.04378830010566075</c:v>
              </c:pt>
              <c:pt idx="19">
                <c:v>0.05109214828887604</c:v>
              </c:pt>
              <c:pt idx="20">
                <c:v>0.1545351606939604</c:v>
              </c:pt>
              <c:pt idx="21">
                <c:v>0.5137309739590927</c:v>
              </c:pt>
              <c:pt idx="22">
                <c:v>0.8886882876840002</c:v>
              </c:pt>
              <c:pt idx="23">
                <c:v>0.8401434302401707</c:v>
              </c:pt>
              <c:pt idx="24">
                <c:v>0.6440591964305555</c:v>
              </c:pt>
              <c:pt idx="25">
                <c:v>0.4186955020763465</c:v>
              </c:pt>
              <c:pt idx="26">
                <c:v>0.2392594639599917</c:v>
              </c:pt>
              <c:pt idx="27">
                <c:v>0.1401171841916982</c:v>
              </c:pt>
              <c:pt idx="28">
                <c:v>0.10773356033792239</c:v>
              </c:pt>
              <c:pt idx="29">
                <c:v>0.1047517643622779</c:v>
              </c:pt>
              <c:pt idx="30">
                <c:v>0.10510069022392167</c:v>
              </c:pt>
              <c:pt idx="31">
                <c:v>0.11349446682363462</c:v>
              </c:pt>
              <c:pt idx="32">
                <c:v>0.16229712434947216</c:v>
              </c:pt>
              <c:pt idx="33">
                <c:v>0.28562669392765117</c:v>
              </c:pt>
              <c:pt idx="34">
                <c:v>0.48451829482934894</c:v>
              </c:pt>
              <c:pt idx="35">
                <c:v>0.7105516872762307</c:v>
              </c:pt>
              <c:pt idx="36">
                <c:v>0.8826775751373332</c:v>
              </c:pt>
              <c:pt idx="37">
                <c:v>0.9289145443992997</c:v>
              </c:pt>
              <c:pt idx="38">
                <c:v>0.8268534291003117</c:v>
              </c:pt>
              <c:pt idx="39">
                <c:v>0.6167345096367811</c:v>
              </c:pt>
              <c:pt idx="40">
                <c:v>0.3785367263772698</c:v>
              </c:pt>
              <c:pt idx="41">
                <c:v>0.18803110249142452</c:v>
              </c:pt>
              <c:pt idx="42">
                <c:v>0.0800701174369304</c:v>
              </c:pt>
              <c:pt idx="43">
                <c:v>0.04150614655715606</c:v>
              </c:pt>
              <c:pt idx="44">
                <c:v>0.035253914957412175</c:v>
              </c:pt>
              <c:pt idx="45">
                <c:v>0.03538601355508466</c:v>
              </c:pt>
              <c:pt idx="46">
                <c:v>0.04662609824425765</c:v>
              </c:pt>
              <c:pt idx="47">
                <c:v>0.10121313764270833</c:v>
              </c:pt>
              <c:pt idx="48">
                <c:v>0.17897630108276036</c:v>
              </c:pt>
              <c:pt idx="49">
                <c:v>0.29375181665264594</c:v>
              </c:pt>
              <c:pt idx="50">
                <c:v>0.43902735994154984</c:v>
              </c:pt>
              <c:pt idx="51">
                <c:v>0.5989303478031771</c:v>
              </c:pt>
              <c:pt idx="52">
                <c:v>0.7509017592072075</c:v>
              </c:pt>
              <c:pt idx="53">
                <c:v>0.8705774715633687</c:v>
              </c:pt>
              <c:pt idx="54">
                <c:v>0.9375502378789501</c:v>
              </c:pt>
              <c:pt idx="55">
                <c:v>0.9403881287027986</c:v>
              </c:pt>
              <c:pt idx="56">
                <c:v>0.8794735773483886</c:v>
              </c:pt>
              <c:pt idx="57">
                <c:v>0.7668465399395403</c:v>
              </c:pt>
              <c:pt idx="58">
                <c:v>0.623100160890575</c:v>
              </c:pt>
              <c:pt idx="59">
                <c:v>0.47222750788047835</c:v>
              </c:pt>
              <c:pt idx="60">
                <c:v>0.33589767602579523</c:v>
              </c:pt>
              <c:pt idx="61">
                <c:v>0.22877537640648485</c:v>
              </c:pt>
              <c:pt idx="62">
                <c:v>0.1561514346533242</c:v>
              </c:pt>
              <c:pt idx="63">
                <c:v>0.11443015863909657</c:v>
              </c:pt>
              <c:pt idx="64">
                <c:v>0.09414386852203954</c:v>
              </c:pt>
              <c:pt idx="65">
                <c:v>0.08439953004859047</c:v>
              </c:pt>
              <c:pt idx="66">
                <c:v>0.07722636344416071</c:v>
              </c:pt>
              <c:pt idx="67">
                <c:v>0.07022896308524655</c:v>
              </c:pt>
              <c:pt idx="68">
                <c:v>0.0670815448845881</c:v>
              </c:pt>
              <c:pt idx="69">
                <c:v>0.07683878060562728</c:v>
              </c:pt>
              <c:pt idx="70">
                <c:v>0.11100565341931162</c:v>
              </c:pt>
              <c:pt idx="71">
                <c:v>0.1790770699847117</c:v>
              </c:pt>
              <c:pt idx="72">
                <c:v>0.46844084577227435</c:v>
              </c:pt>
              <c:pt idx="73">
                <c:v>0.7905212320280083</c:v>
              </c:pt>
              <c:pt idx="74">
                <c:v>0.8884086052040127</c:v>
              </c:pt>
              <c:pt idx="75">
                <c:v>0.6740865994502397</c:v>
              </c:pt>
              <c:pt idx="76">
                <c:v>0.33291325433144414</c:v>
              </c:pt>
              <c:pt idx="77">
                <c:v>0.1067715495059067</c:v>
              </c:pt>
              <c:pt idx="78">
                <c:v>0.04708173104253051</c:v>
              </c:pt>
              <c:pt idx="79">
                <c:v>0.04968604019812678</c:v>
              </c:pt>
              <c:pt idx="80">
                <c:v>0.07023661176309742</c:v>
              </c:pt>
              <c:pt idx="81">
                <c:v>0.19824891262944627</c:v>
              </c:pt>
              <c:pt idx="82">
                <c:v>0.4992016014353388</c:v>
              </c:pt>
              <c:pt idx="83">
                <c:v>0.8315193293807647</c:v>
              </c:pt>
              <c:pt idx="84">
                <c:v>0.9378426628526685</c:v>
              </c:pt>
              <c:pt idx="85">
                <c:v>0.7297845753387691</c:v>
              </c:pt>
              <c:pt idx="86">
                <c:v>0.39242788129588607</c:v>
              </c:pt>
              <c:pt idx="87">
                <c:v>0.1674878637163854</c:v>
              </c:pt>
              <c:pt idx="88">
                <c:v>0.10633196872999154</c:v>
              </c:pt>
              <c:pt idx="89">
                <c:v>0.10486685431382348</c:v>
              </c:pt>
              <c:pt idx="90">
                <c:v>0.11892345828523423</c:v>
              </c:pt>
              <c:pt idx="91">
                <c:v>0.23830258059191578</c:v>
              </c:pt>
              <c:pt idx="92">
                <c:v>0.5288622059439838</c:v>
              </c:pt>
              <c:pt idx="93">
                <c:v>0.849483637736005</c:v>
              </c:pt>
              <c:pt idx="94">
                <c:v>0.9433213562101368</c:v>
              </c:pt>
              <c:pt idx="95">
                <c:v>0.7225369299353274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1.08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  <c:max val="95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D40430E2-40E3-4829-9ABC-72229005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5300"/>
            <a:ext cx="3333750" cy="455295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12859">
            <a:solidFill>
              <a:srgbClr val="79ACE0"/>
            </a:solidFill>
            <a:prstDash val="solid"/>
          </a:ln>
        </p:spPr>
        <p:txBody>
          <a:bodyPr xmlns:a="http://schemas.openxmlformats.org/drawingml/2006/main" spcFirstLastPara="1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29FE0C41-1FFC-47A8-9C78-3AAD0288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4533900" cy="2400300"/>
          </a:xfrm>
          <a:prstGeom xmlns:a="http://schemas.openxmlformats.org/drawingml/2006/main" prst="roundRect">
            <a:avLst>
              <a:gd name="adj" fmla="val 3968"/>
            </a:avLst>
          </a:prstGeom>
          <a:noFill xmlns:a="http://schemas.openxmlformats.org/drawingml/2006/main"/>
          <a:ln xmlns:a="http://schemas.openxmlformats.org/drawingml/2006/main" w="12859">
            <a:solidFill>
              <a:srgbClr val="7EB69B"/>
            </a:solidFill>
            <a:prstDash val="solid"/>
          </a:ln>
        </p:spPr>
        <p:txBody>
          <a:bodyPr xmlns:a="http://schemas.openxmlformats.org/drawingml/2006/main" spcFirstLastPara="1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F283F86E-C80D-4478-94EF-B10967C2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"/>
            <a:ext cx="4533900" cy="1924050"/>
          </a:xfrm>
          <a:prstGeom xmlns:a="http://schemas.openxmlformats.org/drawingml/2006/main" prst="roundRect">
            <a:avLst>
              <a:gd name="adj" fmla="val 4950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E2A080"/>
            </a:solidFill>
            <a:prstDash val="solid"/>
          </a:ln>
        </p:spPr>
        <p:txBody>
          <a:bodyPr xmlns:a="http://schemas.openxmlformats.org/drawingml/2006/main" spcFirstLastPara="1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9" name="Google Shape;59;p13">
            <a:extLst xmlns:a="http://schemas.openxmlformats.org/drawingml/2006/main">
              <a:ext uri="{FF2B5EF4-FFF2-40B4-BE49-F238E27FC236}">
                <a16:creationId xmlns:a16="http://schemas.microsoft.com/office/drawing/2014/main" id="{40306448-FDCA-4A4D-891D-220FD47F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52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D2B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1D2B38"/>
                </a:solidFill>
                <a:latin typeface="Times New Roman"/>
                <a:ea typeface="Times New Roman"/>
                <a:cs typeface="Times New Roman"/>
              </a:rPr>
              <a:t>Count Each Person at Their Changing Pace</a:t>
            </a:r>
          </a:p>
        </p:txBody>
      </p:sp>
      <p:sp>
        <p:nvSpPr>
          <p:cNvPr id="60" name="Google Shape;60;p13">
            <a:extLst xmlns:a="http://schemas.openxmlformats.org/drawingml/2006/main">
              <a:ext uri="{FF2B5EF4-FFF2-40B4-BE49-F238E27FC236}">
                <a16:creationId xmlns:a16="http://schemas.microsoft.com/office/drawing/2014/main" id="{8EE9551A-6278-4EE3-B92E-594CCBDC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(a)  Multi-person video</a:t>
            </a:r>
          </a:p>
        </p:txBody>
      </p:sp>
      <p:sp>
        <p:nvSpPr>
          <p:cNvPr id="62" name="Google Shape;62;p13">
            <a:extLst xmlns:a="http://schemas.openxmlformats.org/drawingml/2006/main">
              <a:ext uri="{FF2B5EF4-FFF2-40B4-BE49-F238E27FC236}">
                <a16:creationId xmlns:a16="http://schemas.microsoft.com/office/drawing/2014/main" id="{AF3FD82C-5779-4C56-8518-DB93483A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13906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DDEFFF"/>
          </a:solidFill>
          <a:ln xmlns:a="http://schemas.openxmlformats.org/drawingml/2006/main" w="10001">
            <a:solidFill>
              <a:srgbClr val="72A4D4"/>
            </a:solidFill>
            <a:prstDash val="solid"/>
          </a:ln>
        </p:spPr>
        <p:txBody>
          <a:bodyPr xmlns:a="http://schemas.openxmlformats.org/drawingml/2006/main" spcFirstLastPara="1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Asynchronous motion</a:t>
            </a:r>
          </a:p>
        </p:txBody>
      </p:sp>
      <p:sp>
        <p:nvSpPr>
          <p:cNvPr id="63" name="Google Shape;63;p13">
            <a:extLst xmlns:a="http://schemas.openxmlformats.org/drawingml/2006/main">
              <a:ext uri="{FF2B5EF4-FFF2-40B4-BE49-F238E27FC236}">
                <a16:creationId xmlns:a16="http://schemas.microsoft.com/office/drawing/2014/main" id="{446D6E92-2BBF-43AD-AD1B-D7339F7B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076450"/>
            <a:ext cx="15621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1CE"/>
          </a:solidFill>
          <a:ln xmlns:a="http://schemas.openxmlformats.org/drawingml/2006/main" w="10001">
            <a:solidFill>
              <a:srgbClr val="E1B85C"/>
            </a:solidFill>
            <a:prstDash val="solid"/>
          </a:ln>
        </p:spPr>
        <p:txBody>
          <a:bodyPr xmlns:a="http://schemas.openxmlformats.org/drawingml/2006/main" spcFirstLastPara="1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Changing pace</a:t>
            </a:r>
          </a:p>
        </p:txBody>
      </p:sp>
      <p:sp>
        <p:nvSpPr>
          <p:cNvPr id="66" name="Google Shape;66;p13">
            <a:extLst xmlns:a="http://schemas.openxmlformats.org/drawingml/2006/main">
              <a:ext uri="{FF2B5EF4-FFF2-40B4-BE49-F238E27FC236}">
                <a16:creationId xmlns:a16="http://schemas.microsoft.com/office/drawing/2014/main" id="{40206438-D461-416D-8A88-5DCA877A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905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(b)  Single-stream counting</a:t>
            </a:r>
          </a:p>
        </p:txBody>
      </p:sp>
      <p:sp>
        <p:nvSpPr>
          <p:cNvPr id="67" name="Google Shape;67;p13">
            <a:extLst xmlns:a="http://schemas.openxmlformats.org/drawingml/2006/main">
              <a:ext uri="{FF2B5EF4-FFF2-40B4-BE49-F238E27FC236}">
                <a16:creationId xmlns:a16="http://schemas.microsoft.com/office/drawing/2014/main" id="{7508CF9F-92E2-4E31-B691-2314EE78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05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P₁</a:t>
            </a:r>
          </a:p>
        </p:txBody>
      </p:sp>
      <p:sp>
        <p:nvSpPr>
          <p:cNvPr id="68" name="Google Shape;68;p13">
            <a:extLst xmlns:a="http://schemas.openxmlformats.org/drawingml/2006/main">
              <a:ext uri="{FF2B5EF4-FFF2-40B4-BE49-F238E27FC236}">
                <a16:creationId xmlns:a16="http://schemas.microsoft.com/office/drawing/2014/main" id="{9012F788-BF71-4853-AB37-8C13A363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290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P₂</a:t>
            </a:r>
          </a:p>
        </p:txBody>
      </p:sp>
      <p:sp>
        <p:nvSpPr>
          <p:cNvPr id="70" name="Google Shape;70;p13">
            <a:extLst xmlns:a="http://schemas.openxmlformats.org/drawingml/2006/main">
              <a:ext uri="{FF2B5EF4-FFF2-40B4-BE49-F238E27FC236}">
                <a16:creationId xmlns:a16="http://schemas.microsoft.com/office/drawing/2014/main" id="{BE8D5931-8E67-43E3-B13C-C72D71C3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52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Pₙ</a:t>
            </a:r>
          </a:p>
        </p:txBody>
      </p:sp>
      <p:sp>
        <p:nvSpPr>
          <p:cNvPr id="73" name="Google Shape;73;p13">
            <a:extLst xmlns:a="http://schemas.openxmlformats.org/drawingml/2006/main">
              <a:ext uri="{FF2B5EF4-FFF2-40B4-BE49-F238E27FC236}">
                <a16:creationId xmlns:a16="http://schemas.microsoft.com/office/drawing/2014/main" id="{4A421559-694F-496A-B096-9E32A998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85925"/>
            <a:ext cx="120015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E0D5"/>
          </a:solidFill>
          <a:ln xmlns:a="http://schemas.openxmlformats.org/drawingml/2006/main" w="10001">
            <a:solidFill>
              <a:srgbClr val="E3886C"/>
            </a:solidFill>
            <a:prstDash val="solid"/>
          </a:ln>
        </p:spPr>
        <p:txBody>
          <a:bodyPr xmlns:a="http://schemas.openxmlformats.org/drawingml/2006/main" spcFirstLastPara="1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915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5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Mixed identities</a:t>
            </a:r>
          </a:p>
        </p:txBody>
      </p:sp>
      <p:sp>
        <p:nvSpPr>
          <p:cNvPr id="83" name="Google Shape;83;p13">
            <a:extLst xmlns:a="http://schemas.openxmlformats.org/drawingml/2006/main">
              <a:ext uri="{FF2B5EF4-FFF2-40B4-BE49-F238E27FC236}">
                <a16:creationId xmlns:a16="http://schemas.microsoft.com/office/drawing/2014/main" id="{C71AE931-3DD0-4D5B-9C30-5B5F32F7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133475"/>
            <a:ext cx="99060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DDF1FA"/>
          </a:solidFill>
          <a:ln xmlns:a="http://schemas.openxmlformats.org/drawingml/2006/main" w="11430">
            <a:solidFill>
              <a:srgbClr val="6EA2BC"/>
            </a:solidFill>
            <a:prstDash val="solid"/>
          </a:ln>
        </p:spPr>
        <p:txBody>
          <a:bodyPr xmlns:a="http://schemas.openxmlformats.org/drawingml/2006/main" spcFirstLastPara="1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One global count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ĉ</a:t>
            </a:r>
          </a:p>
        </p:txBody>
      </p:sp>
      <p:sp>
        <p:nvSpPr>
          <p:cNvPr id="97" name="Google Shape;97;p13">
            <a:extLst xmlns:a="http://schemas.openxmlformats.org/drawingml/2006/main">
              <a:ext uri="{FF2B5EF4-FFF2-40B4-BE49-F238E27FC236}">
                <a16:creationId xmlns:a16="http://schemas.microsoft.com/office/drawing/2014/main" id="{9BBE405C-1767-482D-914A-64A9BC46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43200"/>
            <a:ext cx="523875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E0D5"/>
          </a:solidFill>
          <a:ln xmlns:a="http://schemas.openxmlformats.org/drawingml/2006/main" w="9049">
            <a:solidFill>
              <a:srgbClr val="E3886C"/>
            </a:solidFill>
            <a:prstDash val="solid"/>
          </a:ln>
        </p:spPr>
        <p:txBody>
          <a:bodyPr xmlns:a="http://schemas.openxmlformats.org/drawingml/2006/main" spcFirstLastPara="1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81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Fast</a:t>
            </a:r>
          </a:p>
        </p:txBody>
      </p:sp>
      <p:sp>
        <p:nvSpPr>
          <p:cNvPr id="98" name="Google Shape;98;p13">
            <a:extLst xmlns:a="http://schemas.openxmlformats.org/drawingml/2006/main">
              <a:ext uri="{FF2B5EF4-FFF2-40B4-BE49-F238E27FC236}">
                <a16:creationId xmlns:a16="http://schemas.microsoft.com/office/drawing/2014/main" id="{2D59840A-BE66-4734-B726-45982A37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43200"/>
            <a:ext cx="64770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DFE9FA"/>
          </a:solidFill>
          <a:ln xmlns:a="http://schemas.openxmlformats.org/drawingml/2006/main" w="9049">
            <a:solidFill>
              <a:srgbClr val="7D9AC0"/>
            </a:solidFill>
            <a:prstDash val="solid"/>
          </a:ln>
        </p:spPr>
        <p:txBody>
          <a:bodyPr xmlns:a="http://schemas.openxmlformats.org/drawingml/2006/main" spcFirstLastPara="1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81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Medium</a:t>
            </a:r>
          </a:p>
        </p:txBody>
      </p:sp>
      <p:sp>
        <p:nvSpPr>
          <p:cNvPr id="99" name="Google Shape;99;p13">
            <a:extLst xmlns:a="http://schemas.openxmlformats.org/drawingml/2006/main">
              <a:ext uri="{FF2B5EF4-FFF2-40B4-BE49-F238E27FC236}">
                <a16:creationId xmlns:a16="http://schemas.microsoft.com/office/drawing/2014/main" id="{216F9119-43C5-442D-A212-8584E2C6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743200"/>
            <a:ext cx="523875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2F1E4"/>
          </a:solidFill>
          <a:ln xmlns:a="http://schemas.openxmlformats.org/drawingml/2006/main" w="9049">
            <a:solidFill>
              <a:srgbClr val="79A887"/>
            </a:solidFill>
            <a:prstDash val="solid"/>
          </a:ln>
        </p:spPr>
        <p:txBody>
          <a:bodyPr xmlns:a="http://schemas.openxmlformats.org/drawingml/2006/main" spcFirstLastPara="1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81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Slow</a:t>
            </a:r>
          </a:p>
        </p:txBody>
      </p:sp>
      <p:sp>
        <p:nvSpPr>
          <p:cNvPr id="107" name="Google Shape;107;p13">
            <a:extLst xmlns:a="http://schemas.openxmlformats.org/drawingml/2006/main">
              <a:ext uri="{FF2B5EF4-FFF2-40B4-BE49-F238E27FC236}">
                <a16:creationId xmlns:a16="http://schemas.microsoft.com/office/drawing/2014/main" id="{C6C2C4F2-C887-4BFC-9649-0A485D00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05150"/>
            <a:ext cx="55245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DDF1FA"/>
          </a:solidFill>
          <a:ln xmlns:a="http://schemas.openxmlformats.org/drawingml/2006/main" w="10478">
            <a:solidFill>
              <a:srgbClr val="6EA2BC"/>
            </a:solidFill>
            <a:prstDash val="solid"/>
          </a:ln>
        </p:spPr>
        <p:txBody>
          <a:bodyPr xmlns:a="http://schemas.openxmlformats.org/drawingml/2006/main" spcFirstLastPara="1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ĉ₁</a:t>
            </a:r>
          </a:p>
        </p:txBody>
      </p:sp>
      <p:sp>
        <p:nvSpPr>
          <p:cNvPr id="108" name="Google Shape;108;p13">
            <a:extLst xmlns:a="http://schemas.openxmlformats.org/drawingml/2006/main">
              <a:ext uri="{FF2B5EF4-FFF2-40B4-BE49-F238E27FC236}">
                <a16:creationId xmlns:a16="http://schemas.microsoft.com/office/drawing/2014/main" id="{7FC50051-B0C9-45A8-BE8F-E1032D87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29025"/>
            <a:ext cx="55245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DE3F5"/>
          </a:solidFill>
          <a:ln xmlns:a="http://schemas.openxmlformats.org/drawingml/2006/main" w="10478">
            <a:solidFill>
              <a:srgbClr val="9D7DB5"/>
            </a:solidFill>
            <a:prstDash val="solid"/>
          </a:ln>
        </p:spPr>
        <p:txBody>
          <a:bodyPr xmlns:a="http://schemas.openxmlformats.org/drawingml/2006/main" spcFirstLastPara="1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ĉ₂</a:t>
            </a:r>
          </a:p>
        </p:txBody>
      </p:sp>
      <p:sp>
        <p:nvSpPr>
          <p:cNvPr id="109" name="Google Shape;109;p13">
            <a:extLst xmlns:a="http://schemas.openxmlformats.org/drawingml/2006/main">
              <a:ext uri="{FF2B5EF4-FFF2-40B4-BE49-F238E27FC236}">
                <a16:creationId xmlns:a16="http://schemas.microsoft.com/office/drawing/2014/main" id="{83637203-204A-4673-9626-8BBCB7B9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52900"/>
            <a:ext cx="55245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2F1E4"/>
          </a:solidFill>
          <a:ln xmlns:a="http://schemas.openxmlformats.org/drawingml/2006/main" w="10478">
            <a:solidFill>
              <a:srgbClr val="79A887"/>
            </a:solidFill>
            <a:prstDash val="solid"/>
          </a:ln>
        </p:spPr>
        <p:txBody>
          <a:bodyPr xmlns:a="http://schemas.openxmlformats.org/drawingml/2006/main" spcFirstLastPara="1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ĉₙ</a:t>
            </a:r>
          </a:p>
        </p:txBody>
      </p:sp>
      <p:sp>
        <p:nvSpPr>
          <p:cNvPr id="119" name="Google Shape;119;p13">
            <a:extLst xmlns:a="http://schemas.openxmlformats.org/drawingml/2006/main">
              <a:ext uri="{FF2B5EF4-FFF2-40B4-BE49-F238E27FC236}">
                <a16:creationId xmlns:a16="http://schemas.microsoft.com/office/drawing/2014/main" id="{0936798D-B6B3-4A30-8F3C-4E2A8F00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29150"/>
            <a:ext cx="28765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68AFC1"/>
          </a:solidFill>
          <a:ln xmlns:a="http://schemas.openxmlformats.org/drawingml/2006/main" w="10478">
            <a:solidFill>
              <a:srgbClr val="68AFC1"/>
            </a:solidFill>
            <a:prstDash val="solid"/>
          </a:ln>
        </p:spPr>
        <p:txBody>
          <a:bodyPr xmlns:a="http://schemas.openxmlformats.org/drawingml/2006/main" spcFirstLastPara="1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ĉ = [ĉ₁, ĉ₂, …, ĉₙ]ᵀ</a:t>
            </a:r>
          </a:p>
        </p:txBody>
      </p:sp>
      <p:sp>
        <p:nvSpPr>
          <p:cNvPr id="122" name="multi-person-video-frame">
            <a:extLst xmlns:a="http://schemas.openxmlformats.org/drawingml/2006/main">
              <a:ext uri="{FF2B5EF4-FFF2-40B4-BE49-F238E27FC236}">
                <a16:creationId xmlns:a16="http://schemas.microsoft.com/office/drawing/2014/main" id="{9FA2F3C8-4612-4BC8-B67B-913CE680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3067050" cy="1028700"/>
          </a:xfrm>
          <a:prstGeom xmlns:a="http://schemas.openxmlformats.org/drawingml/2006/main" prst="roundRect">
            <a:avLst>
              <a:gd name="adj" fmla="val 9259"/>
            </a:avLst>
          </a:prstGeom>
          <a:noFill xmlns:a="http://schemas.openxmlformats.org/drawingml/2006/main"/>
          <a:ln xmlns:a="http://schemas.openxmlformats.org/drawingml/2006/main" w="10954">
            <a:solidFill>
              <a:srgbClr val="92B7D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4" name="expanded-counter-title">
            <a:extLst xmlns:a="http://schemas.openxmlformats.org/drawingml/2006/main">
              <a:ext uri="{FF2B5EF4-FFF2-40B4-BE49-F238E27FC236}">
                <a16:creationId xmlns:a16="http://schemas.microsoft.com/office/drawing/2014/main" id="{4E40BA4B-778F-4DE2-9BE5-6F50421F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4320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(c)  Ours: person-wise counting</a:t>
            </a:r>
          </a:p>
        </p:txBody>
      </p:sp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511341abf41ae"/>
          <a:stretch xmlns:a="http://schemas.openxmlformats.org/drawingml/2006/main"/>
        </p:blipFill>
        <p:spPr>
          <a:xfrm xmlns:a="http://schemas.openxmlformats.org/drawingml/2006/main">
            <a:off x="504825" y="914400"/>
            <a:ext cx="2971800" cy="990600"/>
          </a:xfrm>
          <a:prstGeom xmlns:a="http://schemas.openxmlformats.org/drawingml/2006/main" prst="rect">
            <a:avLst/>
          </a:prstGeom>
        </p:spPr>
      </p:pic>
      <p:sp>
        <p:nvSpPr>
          <p:cNvPr id="126" name="underlying-processes-label">
            <a:extLst xmlns:a="http://schemas.openxmlformats.org/drawingml/2006/main">
              <a:ext uri="{FF2B5EF4-FFF2-40B4-BE49-F238E27FC236}">
                <a16:creationId xmlns:a16="http://schemas.microsoft.com/office/drawing/2014/main" id="{14FD6451-BEDB-4586-BF5D-CC50EC03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6572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>
                <a:solidFill>
                  <a:srgbClr val="657281"/>
                </a:solidFill>
                <a:latin typeface="Times New Roman"/>
                <a:ea typeface="Times New Roman"/>
                <a:cs typeface="Times New Roman"/>
              </a:rPr>
              <a:t>Person-wise temporal responses</a:t>
            </a:r>
          </a:p>
        </p:txBody>
      </p:sp>
      <p:sp>
        <p:nvSpPr>
          <p:cNvPr id="127" name="input-process-P₁">
            <a:extLst xmlns:a="http://schemas.openxmlformats.org/drawingml/2006/main">
              <a:ext uri="{FF2B5EF4-FFF2-40B4-BE49-F238E27FC236}">
                <a16:creationId xmlns:a16="http://schemas.microsoft.com/office/drawing/2014/main" id="{35C45950-B260-4834-93BC-8A996B5D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P₁</a:t>
            </a:r>
          </a:p>
        </p:txBody>
      </p:sp>
      <p:graphicFrame>
        <p:nvGraphicFramePr>
          <p:cNvPr id="214" name="input-response-P₁"/>
          <p:cNvGraphicFramePr/>
          <p:nvPr/>
        </p:nvGraphicFramePr>
        <p:xfrm>
          <a:off xmlns:a="http://schemas.openxmlformats.org/drawingml/2006/main" x="781050" y="2876550"/>
          <a:ext xmlns:a="http://schemas.openxmlformats.org/drawingml/2006/main" cx="2647950" cy="323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053528c2a6490a"/>
          </a:graphicData>
        </a:graphic>
      </p:graphicFrame>
      <p:sp>
        <p:nvSpPr>
          <p:cNvPr id="129" name="input-process-P₂">
            <a:extLst xmlns:a="http://schemas.openxmlformats.org/drawingml/2006/main">
              <a:ext uri="{FF2B5EF4-FFF2-40B4-BE49-F238E27FC236}">
                <a16:creationId xmlns:a16="http://schemas.microsoft.com/office/drawing/2014/main" id="{314D3F81-9946-4DBD-8CFE-C807A477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9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P₂</a:t>
            </a:r>
          </a:p>
        </p:txBody>
      </p:sp>
      <p:graphicFrame>
        <p:nvGraphicFramePr>
          <p:cNvPr id="216" name="input-response-P₂"/>
          <p:cNvGraphicFramePr/>
          <p:nvPr/>
        </p:nvGraphicFramePr>
        <p:xfrm>
          <a:off xmlns:a="http://schemas.openxmlformats.org/drawingml/2006/main" x="781050" y="3352800"/>
          <a:ext xmlns:a="http://schemas.openxmlformats.org/drawingml/2006/main" cx="2647950" cy="323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dcc1841b75419f"/>
          </a:graphicData>
        </a:graphic>
      </p:graphicFrame>
      <p:sp>
        <p:nvSpPr>
          <p:cNvPr id="131" name="input-process-Pₙ">
            <a:extLst xmlns:a="http://schemas.openxmlformats.org/drawingml/2006/main">
              <a:ext uri="{FF2B5EF4-FFF2-40B4-BE49-F238E27FC236}">
                <a16:creationId xmlns:a16="http://schemas.microsoft.com/office/drawing/2014/main" id="{83C86FBF-A269-4C37-8D9A-E468E4F2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Pₙ</a:t>
            </a:r>
          </a:p>
        </p:txBody>
      </p:sp>
      <p:graphicFrame>
        <p:nvGraphicFramePr>
          <p:cNvPr id="218" name="input-response-Pₙ"/>
          <p:cNvGraphicFramePr/>
          <p:nvPr/>
        </p:nvGraphicFramePr>
        <p:xfrm>
          <a:off xmlns:a="http://schemas.openxmlformats.org/drawingml/2006/main" x="781050" y="3829050"/>
          <a:ext xmlns:a="http://schemas.openxmlformats.org/drawingml/2006/main" cx="2647950" cy="323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d394a211f844e0"/>
          </a:graphicData>
        </a:graphic>
      </p:graphicFrame>
      <p:sp>
        <p:nvSpPr>
          <p:cNvPr id="133" name="input-summary-divider-1">
            <a:extLst xmlns:a="http://schemas.openxmlformats.org/drawingml/2006/main">
              <a:ext uri="{FF2B5EF4-FFF2-40B4-BE49-F238E27FC236}">
                <a16:creationId xmlns:a16="http://schemas.microsoft.com/office/drawing/2014/main" id="{ED07E282-DF04-43AB-B0C3-1DC513BA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3067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1D5"/>
            </a:solidFill>
            <a:prstDash val="solid"/>
          </a:ln>
        </p:spPr>
      </p:sp>
      <p:sp>
        <p:nvSpPr>
          <p:cNvPr id="134" name="one-video-not-one-process">
            <a:extLst xmlns:a="http://schemas.openxmlformats.org/drawingml/2006/main">
              <a:ext uri="{FF2B5EF4-FFF2-40B4-BE49-F238E27FC236}">
                <a16:creationId xmlns:a16="http://schemas.microsoft.com/office/drawing/2014/main" id="{3A6DF4DE-70E7-4E3F-96EE-A93B026C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67225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One video  ≠  one temporal process</a:t>
            </a:r>
          </a:p>
        </p:txBody>
      </p:sp>
      <p:sp>
        <p:nvSpPr>
          <p:cNvPr id="135" name="prior-input-2">
            <a:extLst xmlns:a="http://schemas.openxmlformats.org/drawingml/2006/main">
              <a:ext uri="{FF2B5EF4-FFF2-40B4-BE49-F238E27FC236}">
                <a16:creationId xmlns:a16="http://schemas.microsoft.com/office/drawing/2014/main" id="{E4FA2DD2-4A4C-4448-94BC-A4555B15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457325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  <a:prstDash val="solid"/>
          </a:ln>
        </p:spPr>
      </p:sp>
      <p:sp>
        <p:nvSpPr>
          <p:cNvPr id="136" name="intro-arrow-head-3">
            <a:extLst xmlns:a="http://schemas.openxmlformats.org/drawingml/2006/main">
              <a:ext uri="{FF2B5EF4-FFF2-40B4-BE49-F238E27FC236}">
                <a16:creationId xmlns:a16="http://schemas.microsoft.com/office/drawing/2014/main" id="{85FF66B2-FAE6-4A08-A102-DB216029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73855" y="1420178"/>
            <a:ext cx="74295" cy="7429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334">
            <a:solidFill>
              <a:srgbClr val="000000"/>
            </a:solidFill>
            <a:prstDash val="solid"/>
          </a:ln>
        </p:spPr>
      </p:sp>
      <p:sp>
        <p:nvSpPr>
          <p:cNvPr id="137" name="ours-input-4">
            <a:extLst xmlns:a="http://schemas.openxmlformats.org/drawingml/2006/main">
              <a:ext uri="{FF2B5EF4-FFF2-40B4-BE49-F238E27FC236}">
                <a16:creationId xmlns:a16="http://schemas.microsoft.com/office/drawing/2014/main" id="{80ED2E5D-FD51-4328-8079-11622386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67050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  <a:prstDash val="solid"/>
          </a:ln>
        </p:spPr>
      </p:sp>
      <p:sp>
        <p:nvSpPr>
          <p:cNvPr id="138" name="intro-arrow-head-5">
            <a:extLst xmlns:a="http://schemas.openxmlformats.org/drawingml/2006/main">
              <a:ext uri="{FF2B5EF4-FFF2-40B4-BE49-F238E27FC236}">
                <a16:creationId xmlns:a16="http://schemas.microsoft.com/office/drawing/2014/main" id="{14A1EAAD-6D0F-450A-BE87-06298683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73855" y="3029903"/>
            <a:ext cx="74295" cy="7429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334">
            <a:solidFill>
              <a:srgbClr val="000000"/>
            </a:solidFill>
            <a:prstDash val="solid"/>
          </a:ln>
        </p:spPr>
      </p:sp>
      <p:sp>
        <p:nvSpPr>
          <p:cNvPr id="139" name="mixed-scene-stream-label">
            <a:extLst xmlns:a="http://schemas.openxmlformats.org/drawingml/2006/main">
              <a:ext uri="{FF2B5EF4-FFF2-40B4-BE49-F238E27FC236}">
                <a16:creationId xmlns:a16="http://schemas.microsoft.com/office/drawing/2014/main" id="{8E5FBEF8-C78A-43B6-84D0-AC046517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96202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6572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1">
                <a:solidFill>
                  <a:srgbClr val="657281"/>
                </a:solidFill>
                <a:latin typeface="Times New Roman"/>
                <a:ea typeface="Times New Roman"/>
                <a:cs typeface="Times New Roman"/>
              </a:rPr>
              <a:t>Mixed scene response</a:t>
            </a:r>
          </a:p>
        </p:txBody>
      </p:sp>
      <p:graphicFrame>
        <p:nvGraphicFramePr>
          <p:cNvPr id="226" name="mixed-scene-response"/>
          <p:cNvGraphicFramePr/>
          <p:nvPr/>
        </p:nvGraphicFramePr>
        <p:xfrm>
          <a:off xmlns:a="http://schemas.openxmlformats.org/drawingml/2006/main" x="4514850" y="1200150"/>
          <a:ext xmlns:a="http://schemas.openxmlformats.org/drawingml/2006/main" cx="2667000" cy="447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e6205a908a42ae"/>
          </a:graphicData>
        </a:graphic>
      </p:graphicFrame>
      <p:sp>
        <p:nvSpPr>
          <p:cNvPr id="141" name="global-count-6">
            <a:extLst xmlns:a="http://schemas.openxmlformats.org/drawingml/2006/main">
              <a:ext uri="{FF2B5EF4-FFF2-40B4-BE49-F238E27FC236}">
                <a16:creationId xmlns:a16="http://schemas.microsoft.com/office/drawing/2014/main" id="{A0BFB63B-19C9-4803-82CF-221EBAB9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38275"/>
            <a:ext cx="428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098">
            <a:solidFill>
              <a:srgbClr val="000000"/>
            </a:solidFill>
            <a:prstDash val="solid"/>
          </a:ln>
        </p:spPr>
      </p:sp>
      <p:sp>
        <p:nvSpPr>
          <p:cNvPr id="142" name="intro-arrow-head-7">
            <a:extLst xmlns:a="http://schemas.openxmlformats.org/drawingml/2006/main">
              <a:ext uri="{FF2B5EF4-FFF2-40B4-BE49-F238E27FC236}">
                <a16:creationId xmlns:a16="http://schemas.microsoft.com/office/drawing/2014/main" id="{54523916-3DE7-4367-A726-A7EB7186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602855" y="1401128"/>
            <a:ext cx="74295" cy="7429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334">
            <a:solidFill>
              <a:srgbClr val="000000"/>
            </a:solidFill>
            <a:prstDash val="solid"/>
          </a:ln>
        </p:spPr>
      </p:sp>
      <p:sp>
        <p:nvSpPr>
          <p:cNvPr id="143" name="no-attribution">
            <a:extLst xmlns:a="http://schemas.openxmlformats.org/drawingml/2006/main">
              <a:ext uri="{FF2B5EF4-FFF2-40B4-BE49-F238E27FC236}">
                <a16:creationId xmlns:a16="http://schemas.microsoft.com/office/drawing/2014/main" id="{650DC143-6269-41FF-90FE-8E1B94C5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9070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986B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1">
                <a:solidFill>
                  <a:srgbClr val="986B5B"/>
                </a:solidFill>
                <a:latin typeface="Times New Roman"/>
                <a:ea typeface="Times New Roman"/>
                <a:cs typeface="Times New Roman"/>
              </a:rPr>
              <a:t>No attribution</a:t>
            </a:r>
          </a:p>
        </p:txBody>
      </p:sp>
      <p:sp>
        <p:nvSpPr>
          <p:cNvPr id="144" name="person-model-8">
            <a:extLst xmlns:a="http://schemas.openxmlformats.org/drawingml/2006/main">
              <a:ext uri="{FF2B5EF4-FFF2-40B4-BE49-F238E27FC236}">
                <a16:creationId xmlns:a16="http://schemas.microsoft.com/office/drawing/2014/main" id="{D21B66FD-BC8A-4D5C-9C3E-E7692851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38500"/>
            <a:ext cx="47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145" name="intro-arrow-head-9">
            <a:extLst xmlns:a="http://schemas.openxmlformats.org/drawingml/2006/main">
              <a:ext uri="{FF2B5EF4-FFF2-40B4-BE49-F238E27FC236}">
                <a16:creationId xmlns:a16="http://schemas.microsoft.com/office/drawing/2014/main" id="{ED4E84A6-C642-4E52-9BE6-A24CFF29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745355" y="3210878"/>
            <a:ext cx="55245" cy="5524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334">
            <a:solidFill>
              <a:srgbClr val="000000"/>
            </a:solidFill>
            <a:prstDash val="solid"/>
          </a:ln>
        </p:spPr>
      </p:sp>
      <p:sp>
        <p:nvSpPr>
          <p:cNvPr id="146" name="person-model-1">
            <a:extLst xmlns:a="http://schemas.openxmlformats.org/drawingml/2006/main">
              <a:ext uri="{FF2B5EF4-FFF2-40B4-BE49-F238E27FC236}">
                <a16:creationId xmlns:a16="http://schemas.microsoft.com/office/drawing/2014/main" id="{BF965C09-EC79-4D6D-B063-E5D667BD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05150"/>
            <a:ext cx="64770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10001">
            <a:solidFill>
              <a:srgbClr val="78A4D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9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M₁</a:t>
            </a:r>
          </a:p>
        </p:txBody>
      </p:sp>
      <p:sp>
        <p:nvSpPr>
          <p:cNvPr id="147" name="model-response-10">
            <a:extLst xmlns:a="http://schemas.openxmlformats.org/drawingml/2006/main">
              <a:ext uri="{FF2B5EF4-FFF2-40B4-BE49-F238E27FC236}">
                <a16:creationId xmlns:a16="http://schemas.microsoft.com/office/drawing/2014/main" id="{3A8B27C0-4704-4324-B100-09F0BC24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38500"/>
            <a:ext cx="1047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148" name="intro-arrow-head-11">
            <a:extLst xmlns:a="http://schemas.openxmlformats.org/drawingml/2006/main">
              <a:ext uri="{FF2B5EF4-FFF2-40B4-BE49-F238E27FC236}">
                <a16:creationId xmlns:a16="http://schemas.microsoft.com/office/drawing/2014/main" id="{B5198EFD-BE1D-4759-A881-0F662E2E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45455" y="3210878"/>
            <a:ext cx="55245" cy="5524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334">
            <a:solidFill>
              <a:srgbClr val="000000"/>
            </a:solidFill>
            <a:prstDash val="solid"/>
          </a:ln>
        </p:spPr>
      </p:sp>
      <p:graphicFrame>
        <p:nvGraphicFramePr>
          <p:cNvPr id="235" name="person-response-1"/>
          <p:cNvGraphicFramePr/>
          <p:nvPr/>
        </p:nvGraphicFramePr>
        <p:xfrm>
          <a:off xmlns:a="http://schemas.openxmlformats.org/drawingml/2006/main" x="5619750" y="3076575"/>
          <a:ext xmlns:a="http://schemas.openxmlformats.org/drawingml/2006/main" cx="1581150" cy="276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338e6ecc7e472f"/>
          </a:graphicData>
        </a:graphic>
      </p:graphicFrame>
      <p:sp>
        <p:nvSpPr>
          <p:cNvPr id="150" name="person-1-tempo-1-medium">
            <a:extLst xmlns:a="http://schemas.openxmlformats.org/drawingml/2006/main">
              <a:ext uri="{FF2B5EF4-FFF2-40B4-BE49-F238E27FC236}">
                <a16:creationId xmlns:a16="http://schemas.microsoft.com/office/drawing/2014/main" id="{7F820143-C6EB-4207-B945-63E5041D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43275"/>
            <a:ext cx="447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FE9FA"/>
          </a:solidFill>
          <a:ln xmlns:a="http://schemas.openxmlformats.org/drawingml/2006/main" w="7620">
            <a:solidFill>
              <a:srgbClr val="7D9AC0"/>
            </a:solidFill>
            <a:prstDash val="solid"/>
          </a:ln>
        </p:spPr>
      </p:sp>
      <p:sp>
        <p:nvSpPr>
          <p:cNvPr id="151" name="person-1-tempo-2-fast">
            <a:extLst xmlns:a="http://schemas.openxmlformats.org/drawingml/2006/main">
              <a:ext uri="{FF2B5EF4-FFF2-40B4-BE49-F238E27FC236}">
                <a16:creationId xmlns:a16="http://schemas.microsoft.com/office/drawing/2014/main" id="{F8706032-02EF-45C7-88B5-D55C4C5B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343275"/>
            <a:ext cx="3238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E0D5"/>
          </a:solidFill>
          <a:ln xmlns:a="http://schemas.openxmlformats.org/drawingml/2006/main" w="7620">
            <a:solidFill>
              <a:srgbClr val="E3886C"/>
            </a:solidFill>
            <a:prstDash val="solid"/>
          </a:ln>
        </p:spPr>
      </p:sp>
      <p:sp>
        <p:nvSpPr>
          <p:cNvPr id="152" name="person-1-tempo-3-slow">
            <a:extLst xmlns:a="http://schemas.openxmlformats.org/drawingml/2006/main">
              <a:ext uri="{FF2B5EF4-FFF2-40B4-BE49-F238E27FC236}">
                <a16:creationId xmlns:a16="http://schemas.microsoft.com/office/drawing/2014/main" id="{549148BA-B3DB-42EF-B883-01DDE5B6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43275"/>
            <a:ext cx="4857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2F1E4"/>
          </a:solidFill>
          <a:ln xmlns:a="http://schemas.openxmlformats.org/drawingml/2006/main" w="7620">
            <a:solidFill>
              <a:srgbClr val="79A887"/>
            </a:solidFill>
            <a:prstDash val="solid"/>
          </a:ln>
        </p:spPr>
      </p:sp>
      <p:sp>
        <p:nvSpPr>
          <p:cNvPr id="153" name="person-1-tempo-4-fast">
            <a:extLst xmlns:a="http://schemas.openxmlformats.org/drawingml/2006/main">
              <a:ext uri="{FF2B5EF4-FFF2-40B4-BE49-F238E27FC236}">
                <a16:creationId xmlns:a16="http://schemas.microsoft.com/office/drawing/2014/main" id="{B0D2F440-4603-4CF9-BF71-9A5B6CA7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43275"/>
            <a:ext cx="3238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E0D5"/>
          </a:solidFill>
          <a:ln xmlns:a="http://schemas.openxmlformats.org/drawingml/2006/main" w="7620">
            <a:solidFill>
              <a:srgbClr val="E3886C"/>
            </a:solidFill>
            <a:prstDash val="solid"/>
          </a:ln>
        </p:spPr>
      </p:sp>
      <p:sp>
        <p:nvSpPr>
          <p:cNvPr id="154" name="person-count-12">
            <a:extLst xmlns:a="http://schemas.openxmlformats.org/drawingml/2006/main">
              <a:ext uri="{FF2B5EF4-FFF2-40B4-BE49-F238E27FC236}">
                <a16:creationId xmlns:a16="http://schemas.microsoft.com/office/drawing/2014/main" id="{71FDB38C-EA5A-4B34-8BED-EEFAFE28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64389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098">
            <a:solidFill>
              <a:srgbClr val="000000"/>
            </a:solidFill>
            <a:prstDash val="solid"/>
          </a:ln>
        </p:spPr>
      </p:sp>
      <p:sp>
        <p:nvSpPr>
          <p:cNvPr id="155" name="intro-arrow-head-13">
            <a:extLst xmlns:a="http://schemas.openxmlformats.org/drawingml/2006/main">
              <a:ext uri="{FF2B5EF4-FFF2-40B4-BE49-F238E27FC236}">
                <a16:creationId xmlns:a16="http://schemas.microsoft.com/office/drawing/2014/main" id="{B9ED0D0A-D934-4247-819B-C11835CD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75270" y="3204210"/>
            <a:ext cx="68580" cy="6858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334">
            <a:solidFill>
              <a:srgbClr val="000000"/>
            </a:solidFill>
            <a:prstDash val="solid"/>
          </a:ln>
        </p:spPr>
      </p:sp>
      <p:sp>
        <p:nvSpPr>
          <p:cNvPr id="156" name="person-model-14">
            <a:extLst xmlns:a="http://schemas.openxmlformats.org/drawingml/2006/main">
              <a:ext uri="{FF2B5EF4-FFF2-40B4-BE49-F238E27FC236}">
                <a16:creationId xmlns:a16="http://schemas.microsoft.com/office/drawing/2014/main" id="{8D1BA87D-0360-4429-B2E4-41B2F048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62375"/>
            <a:ext cx="47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157" name="intro-arrow-head-15">
            <a:extLst xmlns:a="http://schemas.openxmlformats.org/drawingml/2006/main">
              <a:ext uri="{FF2B5EF4-FFF2-40B4-BE49-F238E27FC236}">
                <a16:creationId xmlns:a16="http://schemas.microsoft.com/office/drawing/2014/main" id="{1C0451EE-6F04-4441-888C-7E3B3FA8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745355" y="3734753"/>
            <a:ext cx="55245" cy="5524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334">
            <a:solidFill>
              <a:srgbClr val="000000"/>
            </a:solidFill>
            <a:prstDash val="solid"/>
          </a:ln>
        </p:spPr>
      </p:sp>
      <p:sp>
        <p:nvSpPr>
          <p:cNvPr id="158" name="person-model-2">
            <a:extLst xmlns:a="http://schemas.openxmlformats.org/drawingml/2006/main">
              <a:ext uri="{FF2B5EF4-FFF2-40B4-BE49-F238E27FC236}">
                <a16:creationId xmlns:a16="http://schemas.microsoft.com/office/drawing/2014/main" id="{FEAAFA4B-2DD0-4F3A-9E09-0B38D436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29025"/>
            <a:ext cx="64770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0E7F7"/>
          </a:solidFill>
          <a:ln xmlns:a="http://schemas.openxmlformats.org/drawingml/2006/main" w="10001">
            <a:solidFill>
              <a:srgbClr val="A180BB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9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M₂</a:t>
            </a:r>
          </a:p>
        </p:txBody>
      </p:sp>
      <p:sp>
        <p:nvSpPr>
          <p:cNvPr id="159" name="model-response-16">
            <a:extLst xmlns:a="http://schemas.openxmlformats.org/drawingml/2006/main">
              <a:ext uri="{FF2B5EF4-FFF2-40B4-BE49-F238E27FC236}">
                <a16:creationId xmlns:a16="http://schemas.microsoft.com/office/drawing/2014/main" id="{DB9E7FAD-5EFC-43BD-A041-B24C13C4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62375"/>
            <a:ext cx="1047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160" name="intro-arrow-head-17">
            <a:extLst xmlns:a="http://schemas.openxmlformats.org/drawingml/2006/main">
              <a:ext uri="{FF2B5EF4-FFF2-40B4-BE49-F238E27FC236}">
                <a16:creationId xmlns:a16="http://schemas.microsoft.com/office/drawing/2014/main" id="{1731234F-36E0-4563-A3DA-586800FD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45455" y="3734753"/>
            <a:ext cx="55245" cy="5524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334">
            <a:solidFill>
              <a:srgbClr val="000000"/>
            </a:solidFill>
            <a:prstDash val="solid"/>
          </a:ln>
        </p:spPr>
      </p:sp>
      <p:graphicFrame>
        <p:nvGraphicFramePr>
          <p:cNvPr id="247" name="person-response-2"/>
          <p:cNvGraphicFramePr/>
          <p:nvPr/>
        </p:nvGraphicFramePr>
        <p:xfrm>
          <a:off xmlns:a="http://schemas.openxmlformats.org/drawingml/2006/main" x="5619750" y="3600450"/>
          <a:ext xmlns:a="http://schemas.openxmlformats.org/drawingml/2006/main" cx="1581150" cy="276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eecf80bd3e4b26"/>
          </a:graphicData>
        </a:graphic>
      </p:graphicFrame>
      <p:sp>
        <p:nvSpPr>
          <p:cNvPr id="162" name="person-2-tempo-1-slow">
            <a:extLst xmlns:a="http://schemas.openxmlformats.org/drawingml/2006/main">
              <a:ext uri="{FF2B5EF4-FFF2-40B4-BE49-F238E27FC236}">
                <a16:creationId xmlns:a16="http://schemas.microsoft.com/office/drawing/2014/main" id="{68C57C29-DBA1-4379-A4DE-6AC7E5BA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3340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2F1E4"/>
          </a:solidFill>
          <a:ln xmlns:a="http://schemas.openxmlformats.org/drawingml/2006/main" w="7620">
            <a:solidFill>
              <a:srgbClr val="79A887"/>
            </a:solidFill>
            <a:prstDash val="solid"/>
          </a:ln>
        </p:spPr>
      </p:sp>
      <p:sp>
        <p:nvSpPr>
          <p:cNvPr id="163" name="person-2-tempo-2-medium">
            <a:extLst xmlns:a="http://schemas.openxmlformats.org/drawingml/2006/main">
              <a:ext uri="{FF2B5EF4-FFF2-40B4-BE49-F238E27FC236}">
                <a16:creationId xmlns:a16="http://schemas.microsoft.com/office/drawing/2014/main" id="{5E52D8FF-5977-4F79-A573-2C63510F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67150"/>
            <a:ext cx="41910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FE9FA"/>
          </a:solidFill>
          <a:ln xmlns:a="http://schemas.openxmlformats.org/drawingml/2006/main" w="7620">
            <a:solidFill>
              <a:srgbClr val="7D9AC0"/>
            </a:solidFill>
            <a:prstDash val="solid"/>
          </a:ln>
        </p:spPr>
      </p:sp>
      <p:sp>
        <p:nvSpPr>
          <p:cNvPr id="164" name="person-2-tempo-3-fast">
            <a:extLst xmlns:a="http://schemas.openxmlformats.org/drawingml/2006/main">
              <a:ext uri="{FF2B5EF4-FFF2-40B4-BE49-F238E27FC236}">
                <a16:creationId xmlns:a16="http://schemas.microsoft.com/office/drawing/2014/main" id="{4184A814-DFC3-40AC-86E3-143C6387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67150"/>
            <a:ext cx="2952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E0D5"/>
          </a:solidFill>
          <a:ln xmlns:a="http://schemas.openxmlformats.org/drawingml/2006/main" w="7620">
            <a:solidFill>
              <a:srgbClr val="E3886C"/>
            </a:solidFill>
            <a:prstDash val="solid"/>
          </a:ln>
        </p:spPr>
      </p:sp>
      <p:sp>
        <p:nvSpPr>
          <p:cNvPr id="165" name="person-2-tempo-4-slow">
            <a:extLst xmlns:a="http://schemas.openxmlformats.org/drawingml/2006/main">
              <a:ext uri="{FF2B5EF4-FFF2-40B4-BE49-F238E27FC236}">
                <a16:creationId xmlns:a16="http://schemas.microsoft.com/office/drawing/2014/main" id="{8FD3729F-F268-4CDA-A4D3-CE287FDC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867150"/>
            <a:ext cx="3333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2F1E4"/>
          </a:solidFill>
          <a:ln xmlns:a="http://schemas.openxmlformats.org/drawingml/2006/main" w="7620">
            <a:solidFill>
              <a:srgbClr val="79A887"/>
            </a:solidFill>
            <a:prstDash val="solid"/>
          </a:ln>
        </p:spPr>
      </p:sp>
      <p:sp>
        <p:nvSpPr>
          <p:cNvPr id="166" name="person-count-18">
            <a:extLst xmlns:a="http://schemas.openxmlformats.org/drawingml/2006/main">
              <a:ext uri="{FF2B5EF4-FFF2-40B4-BE49-F238E27FC236}">
                <a16:creationId xmlns:a16="http://schemas.microsoft.com/office/drawing/2014/main" id="{11BCD184-C16F-4B9A-82A1-C63932D7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62375"/>
            <a:ext cx="64389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098">
            <a:solidFill>
              <a:srgbClr val="000000"/>
            </a:solidFill>
            <a:prstDash val="solid"/>
          </a:ln>
        </p:spPr>
      </p:sp>
      <p:sp>
        <p:nvSpPr>
          <p:cNvPr id="167" name="intro-arrow-head-19">
            <a:extLst xmlns:a="http://schemas.openxmlformats.org/drawingml/2006/main">
              <a:ext uri="{FF2B5EF4-FFF2-40B4-BE49-F238E27FC236}">
                <a16:creationId xmlns:a16="http://schemas.microsoft.com/office/drawing/2014/main" id="{E64CA48C-F871-4224-B204-2E9A156D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75270" y="3728085"/>
            <a:ext cx="68580" cy="6858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334">
            <a:solidFill>
              <a:srgbClr val="000000"/>
            </a:solidFill>
            <a:prstDash val="solid"/>
          </a:ln>
        </p:spPr>
      </p:sp>
      <p:sp>
        <p:nvSpPr>
          <p:cNvPr id="168" name="person-model-20">
            <a:extLst xmlns:a="http://schemas.openxmlformats.org/drawingml/2006/main">
              <a:ext uri="{FF2B5EF4-FFF2-40B4-BE49-F238E27FC236}">
                <a16:creationId xmlns:a16="http://schemas.microsoft.com/office/drawing/2014/main" id="{E8D3AA24-5937-492B-9583-0839773C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86250"/>
            <a:ext cx="47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169" name="intro-arrow-head-21">
            <a:extLst xmlns:a="http://schemas.openxmlformats.org/drawingml/2006/main">
              <a:ext uri="{FF2B5EF4-FFF2-40B4-BE49-F238E27FC236}">
                <a16:creationId xmlns:a16="http://schemas.microsoft.com/office/drawing/2014/main" id="{73F5DC64-50B9-4558-AC2B-0F358710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745355" y="4258628"/>
            <a:ext cx="55245" cy="5524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334">
            <a:solidFill>
              <a:srgbClr val="000000"/>
            </a:solidFill>
            <a:prstDash val="solid"/>
          </a:ln>
        </p:spPr>
      </p:sp>
      <p:sp>
        <p:nvSpPr>
          <p:cNvPr id="170" name="person-model-3">
            <a:extLst xmlns:a="http://schemas.openxmlformats.org/drawingml/2006/main">
              <a:ext uri="{FF2B5EF4-FFF2-40B4-BE49-F238E27FC236}">
                <a16:creationId xmlns:a16="http://schemas.microsoft.com/office/drawing/2014/main" id="{935FCDEE-DBF4-407A-BC67-19EBBF7B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52900"/>
            <a:ext cx="64770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4F3E8"/>
          </a:solidFill>
          <a:ln xmlns:a="http://schemas.openxmlformats.org/drawingml/2006/main" w="10001">
            <a:solidFill>
              <a:srgbClr val="78A78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9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Mₙ</a:t>
            </a:r>
          </a:p>
        </p:txBody>
      </p:sp>
      <p:sp>
        <p:nvSpPr>
          <p:cNvPr id="171" name="model-response-22">
            <a:extLst xmlns:a="http://schemas.openxmlformats.org/drawingml/2006/main">
              <a:ext uri="{FF2B5EF4-FFF2-40B4-BE49-F238E27FC236}">
                <a16:creationId xmlns:a16="http://schemas.microsoft.com/office/drawing/2014/main" id="{1A8A9DA5-16C1-4373-8EFD-17CBBD1E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286250"/>
            <a:ext cx="1047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172" name="intro-arrow-head-23">
            <a:extLst xmlns:a="http://schemas.openxmlformats.org/drawingml/2006/main">
              <a:ext uri="{FF2B5EF4-FFF2-40B4-BE49-F238E27FC236}">
                <a16:creationId xmlns:a16="http://schemas.microsoft.com/office/drawing/2014/main" id="{429D6666-02E4-434B-A5EB-7B9CABA4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45455" y="4258628"/>
            <a:ext cx="55245" cy="5524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334">
            <a:solidFill>
              <a:srgbClr val="000000"/>
            </a:solidFill>
            <a:prstDash val="solid"/>
          </a:ln>
        </p:spPr>
      </p:sp>
      <p:graphicFrame>
        <p:nvGraphicFramePr>
          <p:cNvPr id="259" name="person-response-3"/>
          <p:cNvGraphicFramePr/>
          <p:nvPr/>
        </p:nvGraphicFramePr>
        <p:xfrm>
          <a:off xmlns:a="http://schemas.openxmlformats.org/drawingml/2006/main" x="5619750" y="4124325"/>
          <a:ext xmlns:a="http://schemas.openxmlformats.org/drawingml/2006/main" cx="1581150" cy="276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ca96ddfc7f4c29"/>
          </a:graphicData>
        </a:graphic>
      </p:graphicFrame>
      <p:sp>
        <p:nvSpPr>
          <p:cNvPr id="174" name="person-3-tempo-1-fast">
            <a:extLst xmlns:a="http://schemas.openxmlformats.org/drawingml/2006/main">
              <a:ext uri="{FF2B5EF4-FFF2-40B4-BE49-F238E27FC236}">
                <a16:creationId xmlns:a16="http://schemas.microsoft.com/office/drawing/2014/main" id="{EC78F67A-440D-4C1D-8895-6B018E9E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91025"/>
            <a:ext cx="3238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E0D5"/>
          </a:solidFill>
          <a:ln xmlns:a="http://schemas.openxmlformats.org/drawingml/2006/main" w="7620">
            <a:solidFill>
              <a:srgbClr val="E3886C"/>
            </a:solidFill>
            <a:prstDash val="solid"/>
          </a:ln>
        </p:spPr>
      </p:sp>
      <p:sp>
        <p:nvSpPr>
          <p:cNvPr id="175" name="person-3-tempo-2-medium">
            <a:extLst xmlns:a="http://schemas.openxmlformats.org/drawingml/2006/main">
              <a:ext uri="{FF2B5EF4-FFF2-40B4-BE49-F238E27FC236}">
                <a16:creationId xmlns:a16="http://schemas.microsoft.com/office/drawing/2014/main" id="{7E9607F7-E490-4E1F-805A-A76D2C61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91025"/>
            <a:ext cx="49530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FE9FA"/>
          </a:solidFill>
          <a:ln xmlns:a="http://schemas.openxmlformats.org/drawingml/2006/main" w="7620">
            <a:solidFill>
              <a:srgbClr val="7D9AC0"/>
            </a:solidFill>
            <a:prstDash val="solid"/>
          </a:ln>
        </p:spPr>
      </p:sp>
      <p:sp>
        <p:nvSpPr>
          <p:cNvPr id="176" name="person-3-tempo-3-slow">
            <a:extLst xmlns:a="http://schemas.openxmlformats.org/drawingml/2006/main">
              <a:ext uri="{FF2B5EF4-FFF2-40B4-BE49-F238E27FC236}">
                <a16:creationId xmlns:a16="http://schemas.microsoft.com/office/drawing/2014/main" id="{4B47AC02-31F8-4F63-8EDA-166663B2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91025"/>
            <a:ext cx="447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2F1E4"/>
          </a:solidFill>
          <a:ln xmlns:a="http://schemas.openxmlformats.org/drawingml/2006/main" w="7620">
            <a:solidFill>
              <a:srgbClr val="79A887"/>
            </a:solidFill>
            <a:prstDash val="solid"/>
          </a:ln>
        </p:spPr>
      </p:sp>
      <p:sp>
        <p:nvSpPr>
          <p:cNvPr id="177" name="person-3-tempo-4-fast">
            <a:extLst xmlns:a="http://schemas.openxmlformats.org/drawingml/2006/main">
              <a:ext uri="{FF2B5EF4-FFF2-40B4-BE49-F238E27FC236}">
                <a16:creationId xmlns:a16="http://schemas.microsoft.com/office/drawing/2014/main" id="{179841E0-D9DB-47DC-8933-48D0E89F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391025"/>
            <a:ext cx="31432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E0D5"/>
          </a:solidFill>
          <a:ln xmlns:a="http://schemas.openxmlformats.org/drawingml/2006/main" w="7620">
            <a:solidFill>
              <a:srgbClr val="E3886C"/>
            </a:solidFill>
            <a:prstDash val="solid"/>
          </a:ln>
        </p:spPr>
      </p:sp>
      <p:sp>
        <p:nvSpPr>
          <p:cNvPr id="178" name="person-count-24">
            <a:extLst xmlns:a="http://schemas.openxmlformats.org/drawingml/2006/main">
              <a:ext uri="{FF2B5EF4-FFF2-40B4-BE49-F238E27FC236}">
                <a16:creationId xmlns:a16="http://schemas.microsoft.com/office/drawing/2014/main" id="{040361C3-5DF6-4F10-B76B-C5797DC3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64389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098">
            <a:solidFill>
              <a:srgbClr val="000000"/>
            </a:solidFill>
            <a:prstDash val="solid"/>
          </a:ln>
        </p:spPr>
      </p:sp>
      <p:sp>
        <p:nvSpPr>
          <p:cNvPr id="179" name="intro-arrow-head-25">
            <a:extLst xmlns:a="http://schemas.openxmlformats.org/drawingml/2006/main">
              <a:ext uri="{FF2B5EF4-FFF2-40B4-BE49-F238E27FC236}">
                <a16:creationId xmlns:a16="http://schemas.microsoft.com/office/drawing/2014/main" id="{4E233E7C-88A0-4250-B732-EFB19EC6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75270" y="4251960"/>
            <a:ext cx="68580" cy="6858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334">
            <a:solidFill>
              <a:srgbClr val="000000"/>
            </a:solidFill>
            <a:prstDash val="solid"/>
          </a:ln>
        </p:spPr>
      </p:sp>
      <p:sp>
        <p:nvSpPr>
          <p:cNvPr id="180" name="person-wise-counts-label">
            <a:extLst xmlns:a="http://schemas.openxmlformats.org/drawingml/2006/main">
              <a:ext uri="{FF2B5EF4-FFF2-40B4-BE49-F238E27FC236}">
                <a16:creationId xmlns:a16="http://schemas.microsoft.com/office/drawing/2014/main" id="{7FD7B179-6B3F-4649-9D7A-AD52DE9B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577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1">
                <a:solidFill>
                  <a:srgbClr val="6572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3" b="1">
                <a:solidFill>
                  <a:srgbClr val="657281"/>
                </a:solidFill>
                <a:latin typeface="Times New Roman"/>
                <a:ea typeface="Times New Roman"/>
                <a:cs typeface="Times New Roman"/>
              </a:rPr>
              <a:t>Count vector</a:t>
            </a:r>
          </a:p>
        </p:txBody>
      </p:sp>
    </p:spTree>
    <p:extLst>
      <p:ext uri="{BB962C8B-B14F-4D97-AF65-F5344CB8AC3E}">
        <p14:creationId xmlns:p14="http://schemas.microsoft.com/office/powerpoint/2010/main" val="1989368675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2026-08-10T10:53:36.9510000Z</dcterms:created>
  <dcterms:modified xsi:type="dcterms:W3CDTF">2026-08-10T10:53:36.9510000Z</dcterms:modified>
</coreProperties>
</file>